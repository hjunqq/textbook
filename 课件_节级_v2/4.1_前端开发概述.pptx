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91695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DDEBF7"/>
                </a:solidFill>
                <a:latin typeface="微软雅黑"/>
              </a:rPr>
              <a:t>第 四 章   前端开发技术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>
                <a:solidFill>
                  <a:srgbClr val="FFFFFF"/>
                </a:solidFill>
                <a:latin typeface="微软雅黑"/>
              </a:rPr>
              <a:t>4.1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微软雅黑"/>
              </a:rPr>
              <a:t>前端开发概述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DDEBF7"/>
                </a:solidFill>
                <a:latin typeface="微软雅黑"/>
              </a:rPr>
              <a:t>河海大学 · 水利水电学院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4.1  前端开发概述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学习目标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微软雅黑"/>
              </a:rPr>
              <a:t>通过本节学习，学生应能够：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理解 前端开发概述 的基本概念与核心原理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掌握 前端开发概述 的关键技术要点与典型方法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熟悉 前端开发概述 在智慧水利平台中的应用场景与价值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能够将所学应用到具体的水利信息化项目中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4.1  前端开发概述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本节知识要点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主要内容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前端开发的范畴：浏览器、移动端、桌面端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Web 前端三件套：HTML / CSS / JavaScript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现代前端发展：组件化、工程化、跨端化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主流框架：Vue、React、Angular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智慧水利前端典型需求：实时大屏、移动巡检、三维可视化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前端工具链：Node.js、npm/yarn、构建工具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4.1  前端开发概述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1：前端开发的范畴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前端开发的范畴：浏览器、移动端、桌面端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"前端开发的范畴" 与本课程其他知识点的关联。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4.1  前端开发概述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2：Web 前端三件套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Web 前端三件套：HTML / CSS / JavaScript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"Web 前端三件套" 与本课程其他知识点的关联。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4.1  前端开发概述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3：现代前端发展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现代前端发展：组件化、工程化、跨端化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"现代前端发展" 与本课程其他知识点的关联。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4.1  前端开发概述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4：主流框架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主流框架：Vue、React、Angular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"主流框架" 与本课程其他知识点的关联。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4.1  前端开发概述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5：智慧水利前端典型需求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智慧水利前端典型需求：实时大屏、移动巡检、三维可视化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"智慧水利前端典型需求" 与本课程其他知识点的关联。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4.1  前端开发概述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6：前端工具链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前端工具链：Node.js、npm/yarn、构建工具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"前端工具链" 与本课程其他知识点的关联。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4.1  前端开发概述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智慧水利应用场景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智慧水利平台前端要支持监控大屏、移动巡检、决策仪表板等多端形态。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【拓展思考】</a:t>
            </a:r>
          </a:p>
          <a:p>
            <a:r>
              <a:rPr sz="1400" b="0">
                <a:solidFill>
                  <a:srgbClr val="595959"/>
                </a:solidFill>
                <a:latin typeface="微软雅黑"/>
              </a:rPr>
              <a:t>请结合所在地区或感兴趣的水利工程项目，举出 1-2 个具体应用案例。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4.1  前端开发概述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思考题与练习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5B6"/>
                </a:solidFill>
                <a:latin typeface="微软雅黑"/>
              </a:rPr>
              <a:t>基础题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简述 前端开发概述 的基本概念与核心要点。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列举 前端开发概述 中常见的方法/工具/技术。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800" b="1">
                <a:solidFill>
                  <a:srgbClr val="2E75B6"/>
                </a:solidFill>
                <a:latin typeface="微软雅黑"/>
              </a:rPr>
              <a:t>提高题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分析 前端开发概述 在智慧水利系统中的关键作用与潜在挑战。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800" b="1">
                <a:solidFill>
                  <a:srgbClr val="2E75B6"/>
                </a:solidFill>
                <a:latin typeface="微软雅黑"/>
              </a:rPr>
              <a:t>讨论题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结合工程实践，讨论 前端开发概述 与本课程其他章节的关联。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4.1  前端开发概述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本节小结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3333"/>
                </a:solidFill>
                <a:latin typeface="微软雅黑"/>
              </a:rPr>
              <a:t>本节系统介绍了 前端开发概述 的核心概念、技术要点与智慧水利场景下的应用价值。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主要收获</a:t>
            </a:r>
          </a:p>
          <a:p>
            <a:r>
              <a:rPr sz="1300" b="0">
                <a:solidFill>
                  <a:srgbClr val="333333"/>
                </a:solidFill>
                <a:latin typeface="微软雅黑"/>
              </a:rPr>
              <a:t>· 前端开发的范畴</a:t>
            </a:r>
          </a:p>
          <a:p>
            <a:r>
              <a:rPr sz="1300" b="0">
                <a:solidFill>
                  <a:srgbClr val="333333"/>
                </a:solidFill>
                <a:latin typeface="微软雅黑"/>
              </a:rPr>
              <a:t>· Web 前端三件套</a:t>
            </a:r>
          </a:p>
          <a:p>
            <a:r>
              <a:rPr sz="1300" b="0">
                <a:solidFill>
                  <a:srgbClr val="333333"/>
                </a:solidFill>
                <a:latin typeface="微软雅黑"/>
              </a:rPr>
              <a:t>· 现代前端发展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下一步：完成对应知识点学习并提交本节配套练习。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