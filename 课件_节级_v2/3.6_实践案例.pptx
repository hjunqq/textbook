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三 章   软件模块详细设计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3.6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实践案例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实践案例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实践案例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实践案例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实践案例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实践案例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案例选取：以"水库水位监测系统"为例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系统功能划分：数据采集、传输、存储、报警、展示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模块详细设计：每个模块的接口、数据结构、算法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模块间交互：调用图、序列图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设计文档示例：摘录架构图与 API 表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反思：设计上的优点与不足、可改进方向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实践案例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1：案例选取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案例选取：以"水库水位监测系统"为例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"案例选取"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实践案例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2：系统功能划分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系统功能划分：数据采集、传输、存储、报警、展示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"系统功能划分"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实践案例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3：模块详细设计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模块详细设计：每个模块的接口、数据结构、算法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"模块详细设计"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实践案例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4：模块间交互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模块间交互：调用图、序列图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"模块间交互"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实践案例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5：设计文档示例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设计文档示例：摘录架构图与 API 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"设计文档示例"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实践案例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6：反思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反思：设计上的优点与不足、可改进方向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"反思"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实践案例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通过一个端到端案例，把模块设计的知识点串联起来，强化迁移能力。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实践案例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实践案例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实践案例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实践案例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实践案例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3.6  实践案例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实践案例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案例选取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系统功能划分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模块详细设计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