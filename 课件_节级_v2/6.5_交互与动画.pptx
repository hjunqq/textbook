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六 章   三维场景技术基础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6.5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交互与动画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交互与动画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交互与动画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交互与动画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交互方式：鼠标、触屏、手势、VR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射线检测（Raycasting）：拾取物体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相机控制：自由相机、轨迹相机、第一人称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动画类型：关键帧、骨骼、变形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交互事件与状态机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智慧水利场景中的巡查路径动画、闸门开关动画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1：交互方式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交互方式：鼠标、触屏、手势、VR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"交互方式"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2：射线检测（Raycasting）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射线检测（Raycasting）：拾取物体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"射线检测（Raycasting）"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3：相机控制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相机控制：自由相机、轨迹相机、第一人称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"相机控制"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4：动画类型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动画类型：关键帧、骨骼、变形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"动画类型"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5：交互事件与状态机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交互事件与状态机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"交互事件与状态机"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6：智慧水利场景中的巡查路径动画、闸门开关动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智慧水利场景中的巡查路径动画、闸门开关动画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"智慧水利场景中的巡查路径动画、"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丰富的交互与动画让水利三维系统不再是"静态展示"，而是"动态决策工具"。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交互与动画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交互与动画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交互与动画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交互与动画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6.5  交互与动画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交互与动画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交互方式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射线检测（Raycasting）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相机控制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