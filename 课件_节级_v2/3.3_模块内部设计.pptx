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三 章   软件模块详细设计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3.3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模块内部设计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3.3  模块内部设计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模块内部设计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模块内部设计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模块内部设计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3.3  模块内部设计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模块内部结构：数据结构、算法、控制流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算法选择：时间复杂度、空间复杂度、稳定性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数据结构选择：数组、链表、哈希、树、图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设计模式应用：工厂、单例、观察者、策略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错误处理：异常传播、日志、降级、熔断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性能优化：缓存、并发、I/O 优化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3.3  模块内部设计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1：模块内部结构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模块内部结构：数据结构、算法、控制流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"模块内部结构"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3.3  模块内部设计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2：算法选择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算法选择：时间复杂度、空间复杂度、稳定性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"算法选择"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3.3  模块内部设计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3：数据结构选择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数据结构选择：数组、链表、哈希、树、图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"数据结构选择"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3.3  模块内部设计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4：设计模式应用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设计模式应用：工厂、单例、观察者、策略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"设计模式应用"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3.3  模块内部设计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5：错误处理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错误处理：异常传播、日志、降级、熔断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"错误处理"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3.3  模块内部设计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6：性能优化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性能优化：缓存、并发、I/O 优化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"性能优化"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3.3  模块内部设计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水利数据处理模块内部的算法与数据结构决定平台响应速度。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3.3  模块内部设计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模块内部设计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模块内部设计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模块内部设计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模块内部设计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3.3  模块内部设计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模块内部设计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模块内部结构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算法选择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数据结构选择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