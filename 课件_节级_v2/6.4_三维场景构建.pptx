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六 章   三维场景技术基础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6.4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三维场景构建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三维场景构建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三维场景构建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三维场景构建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场景搭建流程：建模 → 烘焙 → 导出 → 加载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模型来源：CAD/BIM 模型、倾斜摄影、激光雷达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场景组织：分层、LOD、可见性剔除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材质与纹理：PBR、贴图压缩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环境与天空盒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水利工程典型场景（大坝、闸门、堤防）构建实例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1：场景搭建流程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场景搭建流程：建模 → 烘焙 → 导出 → 加载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"场景搭建流程"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2：模型来源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模型来源：CAD/BIM 模型、倾斜摄影、激光雷达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"模型来源"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3：场景组织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场景组织：分层、LOD、可见性剔除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"场景组织"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4：材质与纹理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材质与纹理：PBR、贴图压缩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"材质与纹理"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5：环境与天空盒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环境与天空盒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"环境与天空盒"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6：水利工程典型场景（大坝、闸门、堤防）构建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水利工程典型场景（大坝、闸门、堤防）构建实例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"水利工程典型场景（大坝、闸门、"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智慧水利三维场景的搭建是一个跨学科工程，模型、纹理、环境缺一不可。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三维场景构建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三维场景构建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三维场景构建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三维场景构建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6.4  三维场景构建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三维场景构建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场景搭建流程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模型来源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场景组织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