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前端工程化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前端工程化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前端工程化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前端工程化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工程化的目标：开发效率、质量、可维护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包管理：npm、yarn、pnpm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构建工具：Webpack、Vite、Rollup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代码规范：ESLint、Prettier、TypeScript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测试：Jest、Vitest、Cypress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CI/CD：GitHub Actions、GitLab CI、Jenkins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1：工程化的目标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工程化的目标：开发效率、质量、可维护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"工程化的目标"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2：包管理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包管理：npm、yarn、pnpm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"包管理"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3：构建工具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构建工具：Webpack、Vite、Rollup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"构建工具"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4：代码规范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代码规范：ESLint、Prettier、TypeScript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"代码规范"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测试：Jest、Vitest、Cypress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"测试"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6：CI/CD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CI/CD：GitHub Actions、GitLab CI、Jenkins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"CI/CD"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智慧水利前端代码量大、参与人多，工程化能力决定项目能否长期演进。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前端工程化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前端工程化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前端工程化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前端工程化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4.6  前端工程化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前端工程化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工程化的目标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包管理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构建工具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