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四 章   前端开发技术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4.2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HTML基础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HTML基础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HTML基础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HTML基础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HTML 的角色：内容结构与语义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常用标签：div、section、article、header、nav、footer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表单元素：input、select、textarea、button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多媒体标签：img、video、audio、canvas、svg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语义化标签的可访问性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在水利数据展示页面的应用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1：HTML 的角色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HTML 的角色：内容结构与语义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"HTML 的角色"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2：常用标签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常用标签：div、section、article、header、nav、footer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"常用标签"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3：表单元素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表单元素：input、select、textarea、button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"表单元素"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4：多媒体标签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多媒体标签：img、video、audio、canvas、svg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"多媒体标签"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5：语义化标签的可访问性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语义化标签的可访问性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"语义化标签的可访问性"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6：在水利数据展示页面的应用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在水利数据展示页面的应用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"在水利数据展示页面的应用"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智慧水利监测页面的页面结构化（语义化）有助于无障碍访问与 SEO。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HTML基础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HTML基础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HTML基础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HTML基础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HTML基础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HTML 的角色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常用标签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表单元素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