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三 章   软件模块详细设计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3.4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设计评价与优化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3.4  设计评价与优化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设计评价与优化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设计评价与优化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设计评价与优化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3.4  设计评价与优化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设计质量评价指标：内聚度、耦合度、复杂度、可维护性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复杂度度量：圈复杂度、McCabe、Halstead 度量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代码评审（Code Review）：流程与最佳实践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重构（Refactoring）：识别坏味道、应用模式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优化策略：算法替换、缓存引入、异步化、并行化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在大坝监测系统中的优化案例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3.4  设计评价与优化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1：设计质量评价指标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设计质量评价指标：内聚度、耦合度、复杂度、可维护性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"设计质量评价指标"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3.4  设计评价与优化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2：复杂度度量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复杂度度量：圈复杂度、McCabe、Halstead 度量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"复杂度度量"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3.4  设计评价与优化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3：代码评审（Code Review）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代码评审（Code Review）：流程与最佳实践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"代码评审（Code Review）"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3.4  设计评价与优化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4：重构（Refactoring）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重构（Refactoring）：识别坏味道、应用模式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"重构（Refactoring）"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3.4  设计评价与优化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5：优化策略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优化策略：算法替换、缓存引入、异步化、并行化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"优化策略"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3.4  设计评价与优化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6：在大坝监测系统中的优化案例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在大坝监测系统中的优化案例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"在大坝监测系统中的优化案例"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3.4  设计评价与优化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智慧水利系统持续运行多年，设计评价与定期优化是保证生命力的关键。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3.4  设计评价与优化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设计评价与优化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设计评价与优化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设计评价与优化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设计评价与优化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3.4  设计评价与优化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设计评价与优化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设计质量评价指标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复杂度度量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代码评审（Code Review）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