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DEBF7"/>
                </a:solidFill>
                <a:latin typeface="微软雅黑"/>
              </a:rPr>
              <a:t>第 四 章   前端开发技术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微软雅黑"/>
              </a:rPr>
              <a:t>4.3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微软雅黑"/>
              </a:rPr>
              <a:t>CSS基础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DEBF7"/>
                </a:solidFill>
                <a:latin typeface="微软雅黑"/>
              </a:rPr>
              <a:t>河海大学 · 水利水电学院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4.3  CSS基础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通过本节学习，学生应能够：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理解 CSS基础 的基本概念与核心原理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掌握 CSS基础 的关键技术要点与典型方法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熟悉 CSS基础 在智慧水利平台中的应用场景与价值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能够将所学应用到具体的水利信息化项目中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4.3  CSS基础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本节知识要点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主要内容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CSS 的角色：样式与布局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选择器与优先级：标签、类、ID、组合、伪类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盒模型：margin、border、padding、content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布局：Flex、Grid、定位、浮动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响应式：媒体查询、视口、移动优先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在监控大屏与数据看板的样式实践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4.3  CSS基础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1：CSS 的角色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CSS 的角色：样式与布局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"CSS 的角色" 与本课程其他知识点的关联。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4.3  CSS基础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2：选择器与优先级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选择器与优先级：标签、类、ID、组合、伪类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"选择器与优先级" 与本课程其他知识点的关联。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4.3  CSS基础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3：盒模型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盒模型：margin、border、padding、content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"盒模型" 与本课程其他知识点的关联。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4.3  CSS基础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4：布局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布局：Flex、Grid、定位、浮动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"布局" 与本课程其他知识点的关联。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4.3  CSS基础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5：响应式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响应式：媒体查询、视口、移动优先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"响应式" 与本课程其他知识点的关联。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4.3  CSS基础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6：在监控大屏与数据看板的样式实践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在监控大屏与数据看板的样式实践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"在监控大屏与数据看板的样式实践" 与本课程其他知识点的关联。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4.3  CSS基础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智慧水利应用场景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智慧水利大屏需要响应不同分辨率，CSS 响应式布局是基础能力。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【拓展思考】</a:t>
            </a:r>
          </a:p>
          <a:p>
            <a:r>
              <a:rPr sz="1400" b="0">
                <a:solidFill>
                  <a:srgbClr val="595959"/>
                </a:solidFill>
                <a:latin typeface="微软雅黑"/>
              </a:rPr>
              <a:t>请结合所在地区或感兴趣的水利工程项目，举出 1-2 个具体应用案例。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4.3  CSS基础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思考题与练习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基础题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简述 CSS基础 的基本概念与核心要点。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列举 CSS基础 中常见的方法/工具/技术。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提高题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分析 CSS基础 在智慧水利系统中的关键作用与潜在挑战。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讨论题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结合工程实践，讨论 CSS基础 与本课程其他章节的关联。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4.3  CSS基础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</a:rPr>
              <a:t>本节系统介绍了 CSS基础 的核心概念、技术要点与智慧水利场景下的应用价值。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主要收获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CSS 的角色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选择器与优先级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盒模型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下一步：完成对应知识点学习并提交本节配套练习。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