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水利监测平台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水利监测平台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水利监测平台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水利监测平台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水利监测平台的目标：实时掌握水情、工情、灾情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核心功能：数据接入、存储、告警、报表、移动巡检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架构设计：分层 + 微服务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关键技术：时序数据库、消息队列、规则引擎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运维要点：高可用、灾备、安全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典型案例：某流域水位/雨情监测平台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1：水利监测平台的目标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水利监测平台的目标：实时掌握水情、工情、灾情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"水利监测平台的目标"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2：核心功能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核心功能：数据接入、存储、告警、报表、移动巡检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"核心功能"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3：架构设计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架构设计：分层 + 微服务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"架构设计"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4：关键技术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关键技术：时序数据库、消息队列、规则引擎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"关键技术"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5：运维要点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运维要点：高可用、灾备、安全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"运维要点"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6：典型案例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典型案例：某流域水位/雨情监测平台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"典型案例"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水利监测平台是智慧水利最基础也最广泛部署的应用。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水利监测平台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水利监测平台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水利监测平台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水利监测平台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8.2  水利监测平台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水利监测平台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水利监测平台的目标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核心功能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架构设计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