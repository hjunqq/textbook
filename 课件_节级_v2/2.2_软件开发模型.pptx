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二 章   软件工程基础与需求分析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软件开发模型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软件开发模型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软件开发模型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软件开发模型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瀑布模型：阶段串行、文档驱动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原型模型：用户参与、快速迭代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增量模型：分批交付、逐步完善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螺旋模型：风险驱动、四象限循环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敏捷模型：拥抱变化、迭代交付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DevOps 与 CI/CD：开发运维一体化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1：瀑布模型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瀑布模型：阶段串行、文档驱动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"瀑布模型"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2：原型模型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原型模型：用户参与、快速迭代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"原型模型"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3：增量模型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增量模型：分批交付、逐步完善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"增量模型"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4：螺旋模型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螺旋模型：风险驱动、四象限循环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"螺旋模型"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5：敏捷模型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敏捷模型：拥抱变化、迭代交付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"敏捷模型"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6：DevOps 与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DevOps 与 CI/CD：开发运维一体化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"DevOps 与 CI/CD"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智慧水利平台规模大、需求多变，混合采用敏捷+原型最为合适。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软件开发模型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软件开发模型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软件开发模型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软件开发模型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2.2  软件开发模型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软件开发模型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瀑布模型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原型模型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增量模型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