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五 章   后端开发技术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5.5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数据库技术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5.5  数据库技术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数据库技术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数据库技术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数据库技术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5.5  数据库技术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关系型数据库：MySQL、PostgreSQL、Oracle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非关系型数据库：MongoDB、Redis、InfluxDB、Elasticsearch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数据库设计：范式、ER 模型、索引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事务与并发：ACID、隔离级别、锁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时序数据库：InfluxDB、TDengine（水利监测海量时序数据首选）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数据库与 ORM：MyBatis、Hibernate、JPA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5.5  数据库技术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1：关系型数据库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关系型数据库：MySQL、PostgreSQL、Oracle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"关系型数据库"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5.5  数据库技术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2：非关系型数据库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非关系型数据库：MongoDB、Redis、InfluxDB、Elasticsearch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"非关系型数据库"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5.5  数据库技术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3：数据库设计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数据库设计：范式、ER 模型、索引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"数据库设计"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5.5  数据库技术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4：事务与并发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事务与并发：ACID、隔离级别、锁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"事务与并发"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5.5  数据库技术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5：时序数据库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时序数据库：InfluxDB、TDengine（水利监测海量时序数据首选）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"时序数据库"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5.5  数据库技术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6：数据库与 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数据库与 ORM：MyBatis、Hibernate、JPA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"数据库与 ORM"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5.5  数据库技术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水利监测数据是典型的时序数据，时序数据库 + 关系数据库混合架构最合适。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5.5  数据库技术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数据库技术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数据库技术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数据库技术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数据库技术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5.5  数据库技术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数据库技术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关系型数据库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非关系型数据库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数据库设计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