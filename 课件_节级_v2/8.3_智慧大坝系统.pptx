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DEBF7"/>
                </a:solidFill>
                <a:latin typeface="微软雅黑"/>
              </a:rPr>
              <a:t>第 八 章   典型应用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FFFF"/>
                </a:solidFill>
                <a:latin typeface="微软雅黑"/>
              </a:rPr>
              <a:t>8.3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微软雅黑"/>
              </a:rPr>
              <a:t>智慧大坝系统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DEBF7"/>
                </a:solidFill>
                <a:latin typeface="微软雅黑"/>
              </a:rPr>
              <a:t>河海大学 · 水利水电学院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8.3  智慧大坝系统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学习目标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通过本节学习，学生应能够：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理解 智慧大坝系统 的基本概念与核心原理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掌握 智慧大坝系统 的关键技术要点与典型方法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熟悉 智慧大坝系统 在智慧水利平台中的应用场景与价值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能够将所学应用到具体的水利信息化项目中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8.3  智慧大坝系统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本节知识要点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主要内容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智慧大坝的内涵：感知 - 分析 - 决策 - 处置闭环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感知层：分布式光纤、应变计、测压计、GNSS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分析层：物理模型 + 机器学习的混合方法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决策层：风险评估、应急预案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可视化与公众参与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典型案例：某 200 米级高坝的智慧化升级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8.3  智慧大坝系统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1：智慧大坝的内涵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智慧大坝的内涵：感知 - 分析 - 决策 - 处置闭环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"智慧大坝的内涵" 与本课程其他知识点的关联。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8.3  智慧大坝系统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2：感知层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感知层：分布式光纤、应变计、测压计、GNSS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"感知层" 与本课程其他知识点的关联。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8.3  智慧大坝系统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3：分析层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分析层：物理模型 + 机器学习的混合方法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"分析层" 与本课程其他知识点的关联。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8.3  智慧大坝系统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4：决策层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决策层：风险评估、应急预案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"决策层" 与本课程其他知识点的关联。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8.3  智慧大坝系统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5：可视化与公众参与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可视化与公众参与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"可视化与公众参与" 与本课程其他知识点的关联。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8.3  智慧大坝系统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6：典型案例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典型案例：某 200 米级高坝的智慧化升级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"典型案例" 与本课程其他知识点的关联。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8.3  智慧大坝系统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智慧水利应用场景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智慧大坝是智慧水利"高精尖"应用，涉及安全工程、AI、可视化等多领域。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【拓展思考】</a:t>
            </a:r>
          </a:p>
          <a:p>
            <a:r>
              <a:rPr sz="1400" b="0">
                <a:solidFill>
                  <a:srgbClr val="595959"/>
                </a:solidFill>
                <a:latin typeface="微软雅黑"/>
              </a:rPr>
              <a:t>请结合所在地区或感兴趣的水利工程项目，举出 1-2 个具体应用案例。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8.3  智慧大坝系统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思考题与练习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微软雅黑"/>
              </a:rPr>
              <a:t>基础题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简述 智慧大坝系统 的基本概念与核心要点。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列举 智慧大坝系统 中常见的方法/工具/技术。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提高题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分析 智慧大坝系统 在智慧水利系统中的关键作用与潜在挑战。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讨论题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结合工程实践，讨论 智慧大坝系统 与本课程其他章节的关联。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8.3  智慧大坝系统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本节小结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微软雅黑"/>
              </a:rPr>
              <a:t>本节系统介绍了 智慧大坝系统 的核心概念、技术要点与智慧水利场景下的应用价值。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主要收获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智慧大坝的内涵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感知层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分析层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下一步：完成对应知识点学习并提交本节配套练习。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