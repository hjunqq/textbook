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七 章   三维场景的观测数据展示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观测数据概述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观测数据概述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观测数据概述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观测数据概述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水利监测数据的来源：传感器、视频、卫星、人工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数据类型：水位、流量、压力、位移、视频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数据特征：高频、海量、多源、异构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数据质量：缺失、异常、时延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数据接入协议：MQTT、Modbus、OPC UA、HTTP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数据清洗与预处理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1：水利监测数据的来源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水利监测数据的来源：传感器、视频、卫星、人工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"水利监测数据的来源"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2：数据类型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数据类型：水位、流量、压力、位移、视频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"数据类型"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3：数据特征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数据特征：高频、海量、多源、异构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"数据特征"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4：数据质量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数据质量：缺失、异常、时延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"数据质量"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5：数据接入协议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数据接入协议：MQTT、Modbus、OPC UA、HTTP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"数据接入协议"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6：数据清洗与预处理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数据清洗与预处理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"数据清洗与预处理"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智慧水利平台对数据质量的把控直接决定后续分析与决策的可信度。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观测数据概述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观测数据概述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观测数据概述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观测数据概述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观测数据概述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观测数据概述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水利监测数据的来源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数据类型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数据特征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