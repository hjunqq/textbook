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二 章   软件工程基础与需求分析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2.3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结构化分析方法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2.3  结构化分析方法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结构化分析方法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结构化分析方法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结构化分析方法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2.3  结构化分析方法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结构化分析（SA）的核心思想：自顶向下、逐步求精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数据流图（DFD）：表达系统数据流动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数据字典（DD）：定义系统中的所有数据元素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实体关系图（ERD）：建立数据模型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加工说明：描述每个加工的处理逻辑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在水利信息系统建模中的运用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2.3  结构化分析方法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1：结构化分析（SA）的核心思想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结构化分析（SA）的核心思想：自顶向下、逐步求精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"结构化分析（SA）的核心思想"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2.3  结构化分析方法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2：数据流图（DFD）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数据流图（DFD）：表达系统数据流动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"数据流图（DFD）"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2.3  结构化分析方法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3：数据字典（DD）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数据字典（DD）：定义系统中的所有数据元素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"数据字典（DD）"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2.3  结构化分析方法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4：实体关系图（ERD）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实体关系图（ERD）：建立数据模型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"实体关系图（ERD）"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2.3  结构化分析方法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5：加工说明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加工说明：描述每个加工的处理逻辑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"加工说明"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2.3  结构化分析方法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6：在水利信息系统建模中的运用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在水利信息系统建模中的运用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"在水利信息系统建模中的运用"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2.3  结构化分析方法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通过 DFD 描述水位数据从采集→处理→展示的全流程，是水利信息系统建模的基础。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2.3  结构化分析方法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结构化分析方法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结构化分析方法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结构化分析方法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结构化分析方法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2.3  结构化分析方法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结构化分析方法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结构化分析（SA）的核心思想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数据流图（DFD）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数据字典（DD）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