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数据与三维场景融合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数据与三维场景融合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数据与三维场景融合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数据与三维场景融合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融合的核心问题：空间定位、时间同步、视觉一致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空间定位：经纬度→三维坐标变换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动态点位：监测点的标注与状态映射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数据动画：水位涨落、流量流场、报警呼吸效果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交互式查询：点击监测点查看历史数据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在大坝安全监测系统中的综合应用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1：融合的核心问题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融合的核心问题：空间定位、时间同步、视觉一致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"融合的核心问题"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2：空间定位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空间定位：经纬度→三维坐标变换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"空间定位"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3：动态点位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动态点位：监测点的标注与状态映射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"动态点位"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4：数据动画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数据动画：水位涨落、流量流场、报警呼吸效果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"数据动画"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5：交互式查询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交互式查询：点击监测点查看历史数据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"交互式查询"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6：在大坝安全监测系统中的综合应用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在大坝安全监测系统中的综合应用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"在大坝安全监测系统中的综合应用"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"三维场景 + 实时数据"的融合是智慧水利从展示走向决策的关键。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数据与三维场景融合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数据与三维场景融合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数据与三维场景融合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数据与三维场景融合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数据与三维场景融合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数据与三维场景融合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融合的核心问题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空间定位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动态点位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