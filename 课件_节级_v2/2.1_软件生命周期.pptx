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二 章   软件工程基础与需求分析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软件生命周期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2.1  软件生命周期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软件生命周期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软件生命周期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软件生命周期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2.1  软件生命周期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生命周期的概念：从概念到退役的完整时间轴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IEEE Std 1074 / ISO/IEC 12207 标准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六大阶段：需求、设计、实现、测试、部署、维护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阶段划分的本质：风险管控与分而治之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现代敏捷与 CI/CD 对传统生命周期的重塑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2.1  软件生命周期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1：生命周期的概念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生命周期的概念：从概念到退役的完整时间轴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"生命周期的概念"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2.1  软件生命周期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2：IEEE Std 1074 / ISO/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IEEE Std 1074 / ISO/IEC 12207 标准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"IEEE Std 1074 /"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2.1  软件生命周期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3：六大阶段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六大阶段：需求、设计、实现、测试、部署、维护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"六大阶段"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2.1  软件生命周期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4：阶段划分的本质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阶段划分的本质：风险管控与分而治之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"阶段划分的本质"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2.1  软件生命周期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5：现代敏捷与 CI/CD 对传统生命周期的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现代敏捷与 CI/CD 对传统生命周期的重塑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"现代敏捷与 CI/CD 对传统"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2.1  软件生命周期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智慧水利平台从立项到运维需明确生命周期管理。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2.1  软件生命周期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软件生命周期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软件生命周期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软件生命周期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软件生命周期 与本课程其他章节的关联。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2.1  软件生命周期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软件生命周期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生命周期的概念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IEEE Std 1074 / ISO/IEC 12207 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六大阶段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