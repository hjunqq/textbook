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三 章   软件模块详细设计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3.1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模块化设计原理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模块化设计原理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模块化设计原理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模块化设计原理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模块化设计原理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模块化设计原理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模块化的定义：将系统分解为可管理的独立单元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关注点分离（Separation of Concerns）原则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内聚（Cohesion）：模块内部要素的紧密程度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耦合（Coupling）：模块之间的依赖程度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高内聚低耦合的工程价值：可读、可维、可测、可复用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模块化在水利监测系统中的实践：数据采集模块、报警模块、可视化模块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模块化设计原理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1：模块化的定义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模块化的定义：将系统分解为可管理的独立单元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"模块化的定义"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模块化设计原理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2：关注点分离（Separation of 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关注点分离（Separation of Concerns）原则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"关注点分离（Separatio"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模块化设计原理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3：内聚（Cohesion）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内聚（Cohesion）：模块内部要素的紧密程度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"内聚（Cohesion）"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模块化设计原理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4：耦合（Coupling）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耦合（Coupling）：模块之间的依赖程度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"耦合（Coupling）"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模块化设计原理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5：高内聚低耦合的工程价值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高内聚低耦合的工程价值：可读、可维、可测、可复用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"高内聚低耦合的工程价值"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模块化设计原理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6：模块化在水利监测系统中的实践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模块化在水利监测系统中的实践：数据采集模块、报警模块、可视化模块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"模块化在水利监测系统中的实践"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模块化设计原理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把智慧水利平台拆为高内聚低耦合的模块，可以让团队并行开发、分批部署。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模块化设计原理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模块化设计原理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模块化设计原理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模块化设计原理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模块化设计原理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模块化设计原理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模块化设计原理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模块化的定义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关注点分离（Separation of Concerns）原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内聚（Cohesion）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