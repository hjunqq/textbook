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JavaScript基础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JavaScript基础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JavaScript基础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JavaScript基础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JavaScript 语言核心：变量、类型、运算、流程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函数与作用域：闭包、this、箭头函数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对象与数组：面向对象、原型链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异步编程：回调、Promise、async/await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DOM 操作与事件处理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在实时监测数据动态渲染中的应用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1：JavaScript 语言核心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JavaScript 语言核心：变量、类型、运算、流程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"JavaScript 语言核心"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2：函数与作用域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函数与作用域：闭包、this、箭头函数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"函数与作用域"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3：对象与数组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对象与数组：面向对象、原型链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"对象与数组"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4：异步编程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异步编程：回调、Promise、async/await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"异步编程"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5：DOM 操作与事件处理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DOM 操作与事件处理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"DOM 操作与事件处理"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6：在实时监测数据动态渲染中的应用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在实时监测数据动态渲染中的应用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"在实时监测数据动态渲染中的应用"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智慧水利前端的所有交互——告警提示、数据实时刷新——都靠 JS 驱动。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JavaScript基础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JavaScript基础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JavaScript基础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JavaScript基础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4.4  JavaScript基础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JavaScript基础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JavaScript 语言核心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函数与作用域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对象与数组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