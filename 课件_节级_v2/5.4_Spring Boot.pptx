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五 章   后端开发技术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5.4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Spring Boot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Spring Boot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Spring Boot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Spring Boot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Boot 的特性：自动配置、起步依赖、内嵌服务器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快速搭建项目：Spring Initializr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配置文件：application.yml、Profile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Spring Boot Starter：常用 Starter 介绍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Actuator：监控与运维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在水利项目中的最佳实践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1：Spring Boot 的特性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Boot 的特性：自动配置、起步依赖、内嵌服务器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Boot 的特性"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2：快速搭建项目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快速搭建项目：Spring Initializr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"快速搭建项目"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3：配置文件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配置文件：application.yml、Profile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"配置文件"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4：Spring Boot Starter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Boot Starter：常用 Starter 介绍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"Spring Boot Starter"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5：Actuator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Actuator：监控与运维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"Actuator"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6：在水利项目中的最佳实践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在水利项目中的最佳实践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"在水利项目中的最佳实践"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Spring Boot 极大提升智慧水利后端开发效率，是当前主流选择。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Spring Boot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Spring Boot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Spring Boot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Spring Boot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5.4  Spring Boot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Spring Boot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Spring Boot 的特性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快速搭建项目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配置文件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