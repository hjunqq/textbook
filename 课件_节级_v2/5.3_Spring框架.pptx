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五 章   后端开发技术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5.3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</a:rPr>
              <a:t>Spring框架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5.3  Spring框架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理解 Spring框架 的基本概念与核心原理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掌握 Spring框架 的关键技术要点与典型方法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熟悉 Spring框架 在智慧水利平台中的应用场景与价值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能够将所学应用到具体的水利信息化项目中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5.3  Spring框架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主要内容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Spring 的核心：IoC（控制反转）、DI（依赖注入）、AOP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Spring 模块：Core、Context、Beans、AOP、Web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Spring MVC：DispatcherServlet、Controller、ViewResolver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Spring 配置：XML、注解、Java Config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事务管理：声明式、编程式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在水利监测平台中的整合应用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5.3  Spring框架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1：Spring 的核心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Spring 的核心：IoC（控制反转）、DI（依赖注入）、AOP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"Spring 的核心" 与本课程其他知识点的关联。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5.3  Spring框架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2：Spring 模块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Spring 模块：Core、Context、Beans、AOP、Web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"Spring 模块" 与本课程其他知识点的关联。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5.3  Spring框架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3：Spring MVC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Spring MVC：DispatcherServlet、Controller、ViewResolver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"Spring MVC" 与本课程其他知识点的关联。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5.3  Spring框架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4：Spring 配置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Spring 配置：XML、注解、Java Config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"Spring 配置" 与本课程其他知识点的关联。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5.3  Spring框架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5：事务管理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事务管理：声明式、编程式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"事务管理" 与本课程其他知识点的关联。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5.3  Spring框架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6：在水利监测平台中的整合应用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在水利监测平台中的整合应用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"在水利监测平台中的整合应用" 与本课程其他知识点的关联。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5.3  Spring框架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Spring 的 IoC/AOP 让水利监测平台的代码结构清晰、易扩展。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【拓展思考】</a:t>
            </a:r>
          </a:p>
          <a:p>
            <a:r>
              <a:rPr sz="1400" b="0">
                <a:solidFill>
                  <a:srgbClr val="595959"/>
                </a:solidFill>
                <a:latin typeface="微软雅黑"/>
              </a:rPr>
              <a:t>请结合所在地区或感兴趣的水利工程项目，举出 1-2 个具体应用案例。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5.3  Spring框架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简述 Spring框架 的基本概念与核心要点。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列举 Spring框架 中常见的方法/工具/技术。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提高题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分析 Spring框架 在智慧水利系统中的关键作用与潜在挑战。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讨论题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结合工程实践，讨论 Spring框架 与本课程其他章节的关联。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5.3  Spring框架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Spring框架 的核心概念、技术要点与智慧水利场景下的应用价值。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主要收获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Spring 的核心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Spring 模块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Spring MVC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下一步：完成对应知识点学习并提交本节配套练习。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