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Java基础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Java基础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Java基础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Java基础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Java 语法：类、对象、继承、多态、接口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集合框架：List、Set、Map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异常处理：try-catch-finally、自定义异常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多线程：Thread、Runnable、线程池、并发集合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I/O 与 NIO：文件操作、网络通信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Java 在水利后端服务中的应用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1：Java 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Java 语法：类、对象、继承、多态、接口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"Java 语法"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2：集合框架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集合框架：List、Set、Map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"集合框架"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3：异常处理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异常处理：try-catch-finally、自定义异常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"异常处理"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4：多线程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多线程：Thread、Runnable、线程池、并发集合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"多线程"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5：I/O 与 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I/O 与 NIO：文件操作、网络通信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"I/O 与 NIO"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6：Java 在水利后端服务中的应用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Java 在水利后端服务中的应用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"Java 在水利后端服务中的应"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Java 凭借生态丰富、稳定性高，是大型智慧水利后端服务的首选语言之一。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Java基础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Java基础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Java基础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Java基础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5.2  Java基础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Java基础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Java 语法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集合框架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异常处理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