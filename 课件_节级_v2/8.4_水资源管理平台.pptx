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水资源管理平台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水资源管理平台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水资源管理平台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水资源管理平台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水资源管理的国家战略：四水四定、节水优先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平台目标：水量调配、水质监测、用水监管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核心模块：取用水监测、水量调度、节水监管、生态流量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关键技术：物联网、数字孪生、AI 预测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与水利监测、智慧大坝的关系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展望：全国一张图、流域一体化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1：水资源管理的国家战略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水资源管理的国家战略：四水四定、节水优先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"水资源管理的国家战略"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2：平台目标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平台目标：水量调配、水质监测、用水监管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"平台目标"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3：核心模块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核心模块：取用水监测、水量调度、节水监管、生态流量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"核心模块"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4：关键技术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关键技术：物联网、数字孪生、AI 预测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"关键技术"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5：与水利监测、智慧大坝的关系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与水利监测、智慧大坝的关系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"与水利监测、智慧大坝的关系"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展望：全国一张图、流域一体化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"展望"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水资源管理是国家"四水四定"战略的技术支撑，平台化是必然方向。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水资源管理平台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水资源管理平台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水资源管理平台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水资源管理平台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水资源管理平台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水资源管理平台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水资源管理的国家战略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平台目标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核心模块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