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六 章   三维场景技术基础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6.6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性能优化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6.6  性能优化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性能优化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性能优化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性能优化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6.6  性能优化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性能瓶颈分类：CPU、GPU、内存、网络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几何优化：减面、合并、Instancing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纹理优化：压缩、Mipmap、Atlas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LOD（Level of Detail）：远近模型切换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剔除：视锥剔除、遮挡剔除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在水利大型流域可视化中的优化实战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6.6  性能优化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1：性能瓶颈分类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性能瓶颈分类：CPU、GPU、内存、网络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"性能瓶颈分类"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6.6  性能优化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2：几何优化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几何优化：减面、合并、Instancing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"几何优化"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6.6  性能优化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3：纹理优化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纹理优化：压缩、Mipmap、Atlas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"纹理优化"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6.6  性能优化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4：LOD（Level of Detail）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LOD（Level of Detail）：远近模型切换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"LOD（Level of Detail）"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6.6  性能优化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5：剔除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剔除：视锥剔除、遮挡剔除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"剔除"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6.6  性能优化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6：在水利大型流域可视化中的优化实战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在水利大型流域可视化中的优化实战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"在水利大型流域可视化中的优化实"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6.6  性能优化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智慧水利流域级三维数据动辄数 GB，性能优化是落地的关键。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6.6  性能优化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性能优化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性能优化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性能优化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性能优化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6.6  性能优化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性能优化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性能瓶颈分类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几何优化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纹理优化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