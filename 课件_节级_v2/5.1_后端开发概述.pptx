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后端开发概述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后端开发概述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后端开发概述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后端开发概述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后端的角色：业务逻辑、数据管理、安全鉴权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前后端分离架构：HTTP API 通信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主流后端语言：Java、Python、Node.js、Go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Web 服务器：Tomcat、Nginx、Spring Boot 内置容器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数据库：关系型 vs NoSQL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智慧水利后端的关键能力：实时数据接入、海量历史存储、复杂分析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1：后端的角色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后端的角色：业务逻辑、数据管理、安全鉴权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"后端的角色"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2：前后端分离架构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前后端分离架构：HTTP API 通信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"前后端分离架构"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3：主流后端语言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主流后端语言：Java、Python、Node.js、Go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"主流后端语言"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4：Web 服务器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 服务器：Tomcat、Nginx、Spring Boot 内置容器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"Web 服务器"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数据库：关系型 vs NoSQL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"数据库"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6：智慧水利后端的关键能力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智慧水利后端的关键能力：实时数据接入、海量历史存储、复杂分析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"智慧水利后端的关键能力"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智慧水利后端要承载大量传感器数据接入、复杂业务规则、AI 模型推理等。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后端开发概述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后端开发概述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后端开发概述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后端开发概述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5.1  后端开发概述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后端开发概述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后端的角色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前后端分离架构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主流后端语言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