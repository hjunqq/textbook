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三 章   软件模块详细设计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3.2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模块接口设计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3.2  模块接口设计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模块接口设计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模块接口设计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模块接口设计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3.2  模块接口设计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接口（Interface）的概念：模块之间的契约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接口的三要素：方法签名、参数协议、返回类型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API 设计原则：稳定、向后兼容、明确边界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REST、RPC、消息队列等接口风格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接口文档化：OpenAPI / Swagger / Protobuf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版本控制策略：URL 版本、Header 版本、语义化版本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3.2  模块接口设计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1：接口（Interface）的概念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接口（Interface）的概念：模块之间的契约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"接口（Interface）的概念"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3.2  模块接口设计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2：接口的三要素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接口的三要素：方法签名、参数协议、返回类型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"接口的三要素"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3.2  模块接口设计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3：API 设计原则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API 设计原则：稳定、向后兼容、明确边界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"API 设计原则"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3.2  模块接口设计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4：REST、RPC、消息队列等接口风格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REST、RPC、消息队列等接口风格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"REST、RPC、消息队列等接"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3.2  模块接口设计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5：接口文档化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接口文档化：OpenAPI / Swagger / Protobuf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"接口文档化"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3.2  模块接口设计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6：版本控制策略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版本控制策略：URL 版本、Header 版本、语义化版本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"版本控制策略"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3.2  模块接口设计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智慧水利的传感器接入、监测数据回传等都需要定义清晰的接口契约。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3.2  模块接口设计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模块接口设计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模块接口设计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模块接口设计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模块接口设计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3.2  模块接口设计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模块接口设计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接口（Interface）的概念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接口的三要素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API 设计原则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