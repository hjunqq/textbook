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六 章   三维场景技术基础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三维场景技术概述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三维场景技术概述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三维场景技术概述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三维场景技术概述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三维可视化的价值：直观、沉浸、可交互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主流三维技术栈：WebGL、Three.js、Cesium、Unity、UE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坐标系与变换：模型/世界/视图/投影变换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光照模型与材质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智慧水利三维场景的典型场景：流域全景、大坝精细模型、水下监测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硬件与性能考量：GPU、显存、移动端适配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1：三维可视化的价值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三维可视化的价值：直观、沉浸、可交互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"三维可视化的价值"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2：主流三维技术栈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主流三维技术栈：WebGL、Three.js、Cesium、Unity、UE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"主流三维技术栈"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3：坐标系与变换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坐标系与变换：模型/世界/视图/投影变换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"坐标系与变换"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4：光照模型与材质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光照模型与材质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"光照模型与材质"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5：智慧水利三维场景的典型场景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智慧水利三维场景的典型场景：流域全景、大坝精细模型、水下监测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"智慧水利三维场景的典型场景"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6：硬件与性能考量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硬件与性能考量：GPU、显存、移动端适配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"硬件与性能考量"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智慧水利三维场景帮助决策者直观掌握流域、工程的运行态势。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三维场景技术概述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三维场景技术概述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三维场景技术概述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三维场景技术概述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三维场景技术概述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三维可视化的价值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主流三维技术栈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坐标系与变换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