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六 章   三维场景技术基础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6.3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Three.js框架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6.3  Three.js框架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Three.js框架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Three.js框架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Three.js框架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6.3  Three.js框架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Three.js 的定位：WebGL 高级封装库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核心概念：场景、相机、渲染器、几何、材质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加载模型：GLTF、OBJ、FBX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动画与控制：动画系统、OrbitControls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后期处理：EffectComposer、Bloom、SSAO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在智慧水利三维平台中的快速搭建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6.3  Three.js框架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1：Three.js 的定位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Three.js 的定位：WebGL 高级封装库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"Three.js 的定位"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6.3  Three.js框架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2：核心概念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核心概念：场景、相机、渲染器、几何、材质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"核心概念"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6.3  Three.js框架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3：加载模型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加载模型：GLTF、OBJ、FBX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"加载模型"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6.3  Three.js框架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4：动画与控制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动画与控制：动画系统、OrbitControls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"动画与控制"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6.3  Three.js框架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5：后期处理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后期处理：EffectComposer、Bloom、SSAO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"后期处理"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6.3  Three.js框架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6：在智慧水利三维平台中的快速搭建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在智慧水利三维平台中的快速搭建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"在智慧水利三维平台中的快速搭建"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6.3  Three.js框架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Three.js 让中小型水利三维场景的开发门槛大幅降低。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6.3  Three.js框架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Three.js框架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Three.js框架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Three.js框架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Three.js框架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6.3  Three.js框架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Three.js框架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Three.js 的定位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核心概念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加载模型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