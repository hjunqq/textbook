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应用场景概述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应用场景概述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应用场景概述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应用场景概述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智慧水利典型应用全景：监测、调度、防汛、抗旱、生态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典型用户：决策层、调度员、运维工程师、公众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架构通用模式：数据层 → 服务层 → 应用层 → 展示层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系统集成的关键：标准、安全、可扩展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云原生与边缘计算的角色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从单点应用到平台化的演进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1：智慧水利典型应用全景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智慧水利典型应用全景：监测、调度、防汛、抗旱、生态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"智慧水利典型应用全景"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2：典型用户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典型用户：决策层、调度员、运维工程师、公众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"典型用户"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3：架构通用模式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架构通用模式：数据层 → 服务层 → 应用层 → 展示层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"架构通用模式"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4：系统集成的关键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系统集成的关键：标准、安全、可扩展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"系统集成的关键"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5：云原生与边缘计算的角色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云原生与边缘计算的角色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"云原生与边缘计算的角色"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6：从单点应用到平台化的演进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从单点应用到平台化的演进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"从单点应用到平台化的演进"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理解智慧水利应用的全景图，有助于把握各模块的定位与价值。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应用场景概述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应用场景概述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应用场景概述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应用场景概述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8.1  应用场景概述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应用场景概述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智慧水利典型应用全景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典型用户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架构通用模式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