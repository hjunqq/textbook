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三维场景技术基础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WebGL技术基础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WebGL技术基础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WebGL技术基础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WebGL技术基础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WebGL 是什么：浏览器内的 OpenGL ES 2.0/3.0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WebGL 渲染管线：顶点处理 → 光栅化 → 片元处理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GLSL 着色器：顶点着色器、片元着色器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缓冲区与纹理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WebGL 与 Canvas/SVG 的对比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在水利三维大屏中的应用方式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1：WebGL 是什么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WebGL 是什么：浏览器内的 OpenGL ES 2.0/3.0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"WebGL 是什么"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2：WebGL 渲染管线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WebGL 渲染管线：顶点处理 → 光栅化 → 片元处理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"WebGL 渲染管线"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3：GLSL 着色器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GLSL 着色器：顶点着色器、片元着色器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"GLSL 着色器"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4：缓冲区与纹理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缓冲区与纹理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"缓冲区与纹理"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5：WebGL 与 Canvas/SVG 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WebGL 与 Canvas/SVG 的对比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"WebGL 与 Canvas/"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6：在水利三维大屏中的应用方式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在水利三维大屏中的应用方式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"在水利三维大屏中的应用方式"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WebGL 是浏览器三维可视化的底层引擎，理解它能驾驭性能调优。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WebGL技术基础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WebGL技术基础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WebGL技术基础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WebGL技术基础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6.2  WebGL技术基础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WebGL技术基础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WebGL 是什么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WebGL 渲染管线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GLSL 着色器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