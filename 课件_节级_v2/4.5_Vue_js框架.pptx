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Vue.js框架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Vue.js框架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Vue.js框架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Vue.js框架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Vue.js 的设计理念：渐进式、响应式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Vue 的核心概念：模板、指令、计算属性、监听器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组件化开发：父子通信、插槽、Provide/Inject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Vue Router：路由配置、动态路由、守卫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Vuex / Pinia：状态管理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Vue 在智慧水利大屏与管理后台中的实践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1：Vue.js 的设计理念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Vue.js 的设计理念：渐进式、响应式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"Vue.js 的设计理念"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2：Vue 的核心概念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Vue 的核心概念：模板、指令、计算属性、监听器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"Vue 的核心概念"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3：组件化开发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组件化开发：父子通信、插槽、Provide/Inject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"组件化开发"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4：Vue 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Vue Router：路由配置、动态路由、守卫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"Vue Router"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5：Vuex / Pinia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Vuex / Pinia：状态管理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"Vuex / Pinia"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6：Vue 在智慧水利大屏与管理后台中的实践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Vue 在智慧水利大屏与管理后台中的实践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"Vue 在智慧水利大屏与管理后"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智慧水利后台管理与展示大屏推荐使用 Vue + Element Plus 生态。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Vue.js框架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Vue.js框架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Vue.js框架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Vue.js框架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Vue.js框架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Vue.js 的设计理念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Vue 的核心概念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组件化开发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