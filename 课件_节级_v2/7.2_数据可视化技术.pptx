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七 章   三维场景的观测数据展示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7.2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数据可视化技术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7.2  数据可视化技术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数据可视化技术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数据可视化技术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数据可视化技术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7.2  数据可视化技术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可视化类型：图表、仪表盘、热力图、流场图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主流可视化库：ECharts、D3.js、Chart.js、AntV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实时数据的可视化：增量更新、WebSocket、SSE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与三维场景的集成方法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可视化美学与认知负荷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智慧水利展示大屏的典型布局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7.2  数据可视化技术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1：可视化类型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可视化类型：图表、仪表盘、热力图、流场图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"可视化类型"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7.2  数据可视化技术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2：主流可视化库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主流可视化库：ECharts、D3.js、Chart.js、AntV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"主流可视化库"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7.2  数据可视化技术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3：实时数据的可视化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实时数据的可视化：增量更新、WebSocket、SSE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"实时数据的可视化"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7.2  数据可视化技术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4：与三维场景的集成方法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与三维场景的集成方法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"与三维场景的集成方法"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7.2  数据可视化技术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5：可视化美学与认知负荷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可视化美学与认知负荷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"可视化美学与认知负荷"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7.2  数据可视化技术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6：智慧水利展示大屏的典型布局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智慧水利展示大屏的典型布局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"智慧水利展示大屏的典型布局"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7.2  数据可视化技术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智慧水利大屏的可视化设计直接影响领导决策的效率。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7.2  数据可视化技术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数据可视化技术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数据可视化技术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数据可视化技术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数据可视化技术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7.2  数据可视化技术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数据可视化技术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可视化类型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主流可视化库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实时数据的可视化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