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一 章   智慧水利概述与平台架构基础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软件概述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软件概述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软件概述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软件概述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软件的定义：程序、数据、文档三要素的有机结合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软件的特点：逻辑性、复杂性、不可见性、易复制性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软件的分类：系统软件、应用软件、支撑软件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软件的发展史：从机器语言、汇编、高级语言到当代框架生态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软件危机的概念：成本超支、进度延期、质量不可控、维护困难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1：软件的定义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软件的定义：程序、数据、文档三要素的有机结合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"软件的定义"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2：软件的特点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软件的特点：逻辑性、复杂性、不可见性、易复制性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"软件的特点"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3：软件的分类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软件的分类：系统软件、应用软件、支撑软件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"软件的分类"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4：软件的发展史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软件的发展史：从机器语言、汇编、高级语言到当代框架生态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"软件的发展史"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5：软件危机的概念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软件危机的概念：成本超支、进度延期、质量不可控、维护困难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"软件危机的概念"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智慧水利平台本身是一个典型的大型应用软件，理解软件的定义与特点是开发的起点。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软件概述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软件概述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软件概述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软件概述 与本课程其他章节的关联。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1.1  软件概述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软件概述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软件的定义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软件的特点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软件的分类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