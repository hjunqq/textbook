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软件模块详细设计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设计文档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设计文档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设计文档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设计文档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设计文档的作用：知识沉淀、团队协作、维护依据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常见文档类型：架构图、详细设计文档、API 文档、运维手册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UML 图：类图、序列图、活动图、部署图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Markdown / AsciiDoc / Confluence 等工具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文档化与代码同步：Docstring、自动生成、CI 校验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架构决策记录（ADR）的实践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1：设计文档的作用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设计文档的作用：知识沉淀、团队协作、维护依据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"设计文档的作用"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2：常见文档类型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常见文档类型：架构图、详细设计文档、API 文档、运维手册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"常见文档类型"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3：UML 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UML 图：类图、序列图、活动图、部署图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"UML 图"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4：Markdown / AsciiDoc 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Markdown / AsciiDoc / Confluence 等工具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"Markdown / Asci"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5：文档化与代码同步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文档化与代码同步：Docstring、自动生成、CI 校验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"文档化与代码同步"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6：架构决策记录（ADR）的实践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架构决策记录（ADR）的实践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"架构决策记录（ADR）的实践"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智慧水利平台开发周期长、人员更迭多，设计文档是项目的"长期记忆"。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设计文档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设计文档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设计文档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设计文档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3.5  设计文档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设计文档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设计文档的作用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常见文档类型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UML 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