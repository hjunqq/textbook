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八 章   智慧水利平台典型应用</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8.2</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水利工程三维场景设计</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8.2  水利工程三维场景设计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典型项目案例：某大型水库三维可视化系 的核心概念与方法</a:t>
            </a:r>
          </a:p>
          <a:p>
            <a:pPr/>
            <a:r>
              <a:rPr sz="1800" b="0">
                <a:solidFill>
                  <a:srgbClr val="333333"/>
                </a:solidFill>
                <a:latin typeface="微软雅黑"/>
              </a:rPr>
              <a:t>· 掌握 地形数据处理 的核心概念与方法</a:t>
            </a:r>
          </a:p>
          <a:p>
            <a:pPr/>
            <a:r>
              <a:rPr sz="1800" b="0">
                <a:solidFill>
                  <a:srgbClr val="333333"/>
                </a:solidFill>
                <a:latin typeface="微软雅黑"/>
              </a:rPr>
              <a:t>· 掌握 水体建模与动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8.2  水利工程三维场景设计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 引言 水利工程三维场景设计是智慧水利平台可视化的核心组成部分，它将复杂的工程结构、地理环境和监测数据融合在一个直观的三维空间中。有效的三维场景设计不仅能够提供沉浸式的用户体验，更能支持工程管理、安全监测、应急响应等关键业务需求 本节将以具体的水利工程项目为例，详细介绍三维场景设计的完整流程，包括需求分析、技术选型、建模方法、渲染优化和交互设计等关键环节 ## 8.2.1 项目需求分析与设计</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典型项目案例：某大型水库三维可视化系</a:t>
            </a:r>
          </a:p>
          <a:p>
            <a:pPr/>
            <a:r>
              <a:rPr sz="1600" b="0">
                <a:solidFill>
                  <a:srgbClr val="333333"/>
                </a:solidFill>
                <a:latin typeface="微软雅黑"/>
              </a:rPr>
              <a:t>· 地形数据处理</a:t>
            </a:r>
          </a:p>
          <a:p>
            <a:pPr/>
            <a:r>
              <a:rPr sz="1600" b="0">
                <a:solidFill>
                  <a:srgbClr val="333333"/>
                </a:solidFill>
                <a:latin typeface="微软雅黑"/>
              </a:rPr>
              <a:t>· 水体建模与动</a:t>
            </a:r>
          </a:p>
          <a:p>
            <a:pPr/>
            <a:r>
              <a:rPr sz="1600" b="0">
                <a:solidFill>
                  <a:srgbClr val="333333"/>
                </a:solidFill>
                <a:latin typeface="微软雅黑"/>
              </a:rPr>
              <a:t>· 大坝建模</a:t>
            </a:r>
          </a:p>
          <a:p>
            <a:pPr/>
            <a:r>
              <a:rPr sz="1600" b="0">
                <a:solidFill>
                  <a:srgbClr val="333333"/>
                </a:solidFill>
                <a:latin typeface="微软雅黑"/>
              </a:rPr>
              <a:t>· 水电厂房建模</a:t>
            </a:r>
          </a:p>
          <a:p>
            <a:pPr/>
            <a:r>
              <a:rPr sz="1600" b="0">
                <a:solidFill>
                  <a:srgbClr val="333333"/>
                </a:solidFill>
                <a:latin typeface="微软雅黑"/>
              </a:rPr>
              <a:t>· 基础</a:t>
            </a:r>
          </a:p>
          <a:p>
            <a:pPr/>
            <a:r>
              <a:rPr sz="1600" b="0">
                <a:solidFill>
                  <a:srgbClr val="333333"/>
                </a:solidFill>
                <a:latin typeface="微软雅黑"/>
              </a:rPr>
              <a:t>· 提高</a:t>
            </a:r>
          </a:p>
          <a:p>
            <a:pPr/>
            <a:r>
              <a:rPr sz="1600" b="0">
                <a:solidFill>
                  <a:srgbClr val="333333"/>
                </a:solidFill>
                <a:latin typeface="微软雅黑"/>
              </a:rPr>
              <a:t>· 讨论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8.2  水利工程三维场景设计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典型项目案例：某大型水库三维可视化系</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项目背景 某大型水库位于重要河流上游，承担防洪、供水、发电等多重功能</a:t>
            </a:r>
          </a:p>
          <a:p>
            <a:pPr/>
            <a:r>
              <a:rPr sz="1500" b="0">
                <a:solidFill>
                  <a:srgbClr val="333333"/>
                </a:solidFill>
                <a:latin typeface="微软雅黑"/>
              </a:rPr>
              <a:t>· 水库建设包括主坝、副坝、溢洪道、发电厂房等复杂工程结构，管理单位需要一个综合性的三维可视化平台来支持日常运行管理和安全监测 #### 业务需求分```javascript // 业务需求结构化分析核心实现 const businessReq</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8.2  水利工程三维场景设计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地形数据处理</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DEM数据处理流程 ```python # 地形数据处理核心算法 class TerrainProcessor: def __init__(self, dem_path, output_dir): self.dem_path =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8.2  水利工程三维场景设计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水体建模与动</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水体几何建模 ```javascript // 水体建模与动画核心系class WaterBodyModeling { constructor(scene) { this.scene = scene; this.waterMate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8.2  水利工程三维场景设计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大坝建模</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参数化大坝生```javascript // 大坝参数化建模系class DamModeling { constructor(viewer) { this.viewer = viewer; this.damTypes = ['重力</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8.2  水利工程三维场景设计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水电厂房建模</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```javascript // 水电厂房参数化建模系class PowerhouseModeling { constructor(scene) { this.scene = scene; this.standardComponents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8.2  水利工程三维场景设计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基础</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1. 请简述本节的核心概念，并说明其在智慧水利平台开发中的重要性2. 总结本节介绍的主要技术方法，并分析各方法的适用场景3. 结合智慧水利的实际需求，解释本节内容如何应用于实际项目中</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8.2  水利工程三维场景设计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水利工程三维场景设计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水利工程三维场景设计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8.2  水利工程三维场景设计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水利工程三维场景设计 的基本概念。</a:t>
            </a:r>
          </a:p>
          <a:p>
            <a:pPr/>
            <a:r>
              <a:rPr sz="1400" b="0">
                <a:solidFill>
                  <a:srgbClr val="333333"/>
                </a:solidFill>
                <a:latin typeface="微软雅黑"/>
              </a:rPr>
              <a:t>· 分析 水利工程三维场景设计 在智慧水利系统中的作用。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8.2  水利工程三维场景设计</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水利工程三维场景设计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