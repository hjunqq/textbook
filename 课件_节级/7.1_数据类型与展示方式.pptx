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七 章   三维场景的观测数据展示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7.1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数据类型与展示方式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数据类型与展示方式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基础概念定义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监测数据分类框架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实时数据流处理架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数据类型与展示方式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## 学习目标 通过本节学习，学生应能够 1. **深入理解水利监测数据的分类与特征**：掌握不同监测数据类型的物理意义、测量方法和数据特点 2. **熟练掌握数据处理机制**：理解实时数据流处理与历史数据管理的技术差异和实现方法 3. **掌握数据质量控制方法**：能够设计和实现完整的数据质量检验与异常处理机制 4. **具备多源数据融合能力**：理解异构数据标准化处理和多源数据融合的核心技 ## 7.1.1 水利监测数据分类体系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基础概念定义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监测数据分类框架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实时数据流处理架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历史数据管理架构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数据质量评估体系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数据标准化处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数据类型与展示方式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基础概念定义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**水利监测数据**是指通过各种传感器设备、测量仪器和监测系统获取的反映水利工程运行状态、水文水质条件、环境参数变化的数字化信息集合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这些数据是监测平台的基础资源，为工程安全评估、水资源管理、灾害预警等业务应用提供重要支撑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数据类型与展示方式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监测数据分类框架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根据监测对象和物理属性的不同，水利监测数据可划分为以下主要类型： | 数据类型 | 物理量单| 监测频率 | 精度要求 | 典型应用场景 | |----------|------------|----------|----------|--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其特点包括 - **连续性强**：水位变化是一个连续的物理过程，需要高频率采集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数据类型与展示方式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实时数据流处理架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**实时数据处理**是指对连续产生的监测数据进行即时处理和分析，确保水利系统能够快速响应现场状况变化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其核心特征包括 - **低延迟要*：从数据产生到处理完成通常要求在秒级范围内 - **高并发处*：需要同时处理来自多个监测点的数据流 - **容错机制**：具备数据丢失恢复和系统故障处理能力 - **弹性扩缩容**：根据数据量动态调整处理资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其架构设计需要解决高并发、低延迟、高可靠性等多重技术挑战 **流处理架构的核心组件**? **1. 数据队列管理** 数据队列是缓解生产者和消费者速度差异的关键组件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在水利监测中，传感器数据产生速度可能出现突发性增长（如暴雨期间），需要队列进行缓冲： - **队列容量设计**：通常设置0-30分钟的数据量 - **背压处理**：当队列满时，采用丢弃最旧数据或限流策略 - **优先级机*：紧急数据（如报警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数据类型与展示方式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历史数据管理架构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**历史数据管理**负责长期存储监测数据，支持历史分析、趋势预测和报表生成等业务需求： - **海量数据存储**：需要处理年度TB级别的历史数 - **多维度查*：支持按时间、空间、参数类型等多维度查 - **数据生命周期管理**：实现数据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数据类型与展示方式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数据质量评估体系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**数据质量**是确保水利监测平台可靠性的关键因素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完整的数据质量评估体系需要从多个维度进行综合评价 | 质量维度 | 评估指标 | 评分标准 | 权重 | 应用场景 | |----------|----------|----------|------|----------| | **完整*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由于传感器设备长期运行在复杂的野外环境中，数据质量问题不可避免，需要建立系统化的评估机制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数据类型与展示方式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数据标准化处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**数据标准*是实现多源异构数据有效融合的前提条件，涉及数据格式统一、单位换算、坐标系转换等多个方面 **数据标准化处*是实现多源异构数据有效融合的基础工程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在水利监测系统中，往往需要整合来自不同厂商、不同协议、不同格式的数据源，标准化处理是数据融合的前提 **标准化处理的核心挑战**? **字段映射的复杂*? 不同数据源对相同物理量可能使用不同的字段名称 - A设备water_level" 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数据类型与展示方式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数据类型与展示方式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数据类型与展示方式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数据类型与展示方式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数据类型与展示方式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数据类型与展示方式 在智慧水利系统中的作用。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7.1  数据类型与展示方式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数据类型与展示方式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