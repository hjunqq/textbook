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八 章   智慧水利平台典型应用</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8.1</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水利工程安全监测平台概述</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水利工程安全监测的核心价 的核心概念与方法</a:t>
            </a:r>
          </a:p>
          <a:p>
            <a:pPr/>
            <a:r>
              <a:rPr sz="1800" b="0">
                <a:solidFill>
                  <a:srgbClr val="333333"/>
                </a:solidFill>
                <a:latin typeface="微软雅黑"/>
              </a:rPr>
              <a:t>· 掌握 技术挑战与解决方案 的核心概念与方法</a:t>
            </a:r>
          </a:p>
          <a:p>
            <a:pPr/>
            <a:r>
              <a:rPr sz="1800" b="0">
                <a:solidFill>
                  <a:srgbClr val="333333"/>
                </a:solidFill>
                <a:latin typeface="微软雅黑"/>
              </a:rPr>
              <a:t>· 掌握 核心功能模块设计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 学习目标 通过本节学习，学生应能够 1. **全面理解水利工程安全监测的业务价*：掌握安全监测在水利工程生命周期中的重要作用和技术挑 2. **熟练掌握监测平台的功能模块设计原*：理解各功能模块的业务逻辑和技术实现要 3. **深入理解用户角色与权限管理体*：掌握基于角色的访问控制（RBAC）在水利系统中的应用 4. **能够设计完整的数据流与业务流架构**：具备设计大型监测系统整体架构的能力 ## 8.1.1 水利工程安全监测的重要性与技术挑</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水利工程安全监测的核心价</a:t>
            </a:r>
          </a:p>
          <a:p>
            <a:pPr/>
            <a:r>
              <a:rPr sz="1600" b="0">
                <a:solidFill>
                  <a:srgbClr val="333333"/>
                </a:solidFill>
                <a:latin typeface="微软雅黑"/>
              </a:rPr>
              <a:t>· 技术挑战与解决方案</a:t>
            </a:r>
          </a:p>
          <a:p>
            <a:pPr/>
            <a:r>
              <a:rPr sz="1600" b="0">
                <a:solidFill>
                  <a:srgbClr val="333333"/>
                </a:solidFill>
                <a:latin typeface="微软雅黑"/>
              </a:rPr>
              <a:t>· 核心功能模块设计</a:t>
            </a:r>
          </a:p>
          <a:p>
            <a:pPr/>
            <a:r>
              <a:rPr sz="1600" b="0">
                <a:solidFill>
                  <a:srgbClr val="333333"/>
                </a:solidFill>
                <a:latin typeface="微软雅黑"/>
              </a:rPr>
              <a:t>· 基于角色的访问控制（RBAC）架</a:t>
            </a:r>
          </a:p>
          <a:p>
            <a:pPr/>
            <a:r>
              <a:rPr sz="1600" b="0">
                <a:solidFill>
                  <a:srgbClr val="333333"/>
                </a:solidFill>
                <a:latin typeface="微软雅黑"/>
              </a:rPr>
              <a:t>· 端到端数据流架构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水利工程安全监测的核心价</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**生命财产安全保障** 水利工程安全监测是保障下游人民生命财产安全的第一道防线</a:t>
            </a:r>
          </a:p>
          <a:p>
            <a:pPr/>
            <a:r>
              <a:rPr sz="1500" b="0">
                <a:solidFill>
                  <a:srgbClr val="333333"/>
                </a:solidFill>
                <a:latin typeface="微软雅黑"/>
              </a:rPr>
              <a:t>· 以大坝工程为例，一旦发生溃坝事故，其破坏性和影响范围远超其他工程事故 | 风险类型 | 潜在影响 | 监测预警价| 技术挑| |----------|----------|-------------|----------| | **结构性风</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技术挑战与解决方案</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**多源异构数据集成挑战** 现代水利工程安全监测面临的首要技术挑战是多源异构数据的有效集成： ```javascript // 多源数据集成处理器核心实 class MultiSourceDataIntegrator { construc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核心功能模块设计</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**数据采集与预处理模块** 这是整个监测平台的基础模块，负责从各类传感器和监测设备中采集原始数据，并进行初步的预处理工作： ```javascript // 数据采集与预处理核心引擎 class DataAcquisitionProces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基于角色的访问控制（RBAC）架</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在水利工程安全监测系统中，用户角色和权限管理是确保系统安全和数据保护的关键环节</a:t>
            </a:r>
          </a:p>
          <a:p>
            <a:pPr/>
            <a:r>
              <a:rPr sz="1500" b="0">
                <a:solidFill>
                  <a:srgbClr val="333333"/>
                </a:solidFill>
                <a:latin typeface="微软雅黑"/>
              </a:rPr>
              <a:t>· 系统需要支持多层级、多角色的用户管理： ```javascript // 用户权限管理系统核心实现 class UserPermissionManager { constructor() { this.userRepository = 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端到端数据流架构</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水利工程安全监测系统的数据流设计需要考虑从传感器采集到决策输出的完整链路 ```javascript // 端到端数据流编排器核心实 class DataFlowOrchestrator { constructor() { this.flo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水利工程安全监测平台概述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水利工程安全监测平台概述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水利工程安全监测平台概述 的基本概念。</a:t>
            </a:r>
          </a:p>
          <a:p>
            <a:pPr/>
            <a:r>
              <a:rPr sz="1400" b="0">
                <a:solidFill>
                  <a:srgbClr val="333333"/>
                </a:solidFill>
                <a:latin typeface="微软雅黑"/>
              </a:rPr>
              <a:t>· 分析 水利工程安全监测平台概述 在智慧水利系统中的作用。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8.1  水利工程安全监测平台概述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水利工程安全监测平台概述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