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前端部署与发布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构建优化的重要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构建优化核心策略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高级构建优化策略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&lt;!-- 教材内容修改指导原则024年更新）? 1. 内容详实化原则： - 每个技术标概念都要有详细的功能解释和使用场景说 - 不能只有简短描述，必须包含：定义、特点、优势、适用场景 - 解释要在代码示例之前，先理论后实 2. 语言表达多样化原则： - 避免重复使用"智慧水利平台"等固定短 - 使用多样化表达：水利监测平台、监测系统、水利系统、数据监测系统等 - 保持专业性的同时提升可读 3. 代码示例实用化原则： - 代码要短小精悍，每个概念单独展示 - 包含必要的属性和配置参数 - 添加适当的注释说 - 提供完整但不冗长的示 4. 教学结构规范化原则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构建优化的重要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构建优化核心策略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高级构建优化策略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CDN技术原理与优势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静态资源分类与缓存策略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Nginx服务器配置要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CDN集成与管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前端性能监控理论基础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水利系统特色监控需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监控数据可视化与决策支持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版本控制理论基础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语义化版本控制实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Git工作流程与团队协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持续集成与自动化发布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发布策略与风险控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核心技术要点回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水利行业特色实践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技术发展趋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实施建议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结语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核心技术理念回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智慧水利平台特色实践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技术发展趋势与展望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实施建议与最佳实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结语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构建优化的重要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在智慧水利平台中，用户可能在网络条件不佳的现场环境中访问系统，或者需要在紧急情况下快速获取关键信息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因此，应用的加载速度和运行性能直接影响工作效率和应急响应能力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构建优化通过减少文件体积、提高代码执行效率、优化资源加载策略等手段，确保应用在各种网络环境下都能快速启动和稳定运行 现代前端构建工具提供了丰富的优化策略，包括代码压缩、模块打包、Tree Shaking、代码分割、图片优化等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这些技术的合理应用能够将应用体积减0-80%，首次加载时间缩0-90%，对于提升用户体验具有重要价值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构建优化核心策略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生产环境构建优化涉及多个技术层面，需要系统性地进行规划和实施 #### 代码分割与模块优 **代码分割（Code Splitting?*是现代前端构建的核心优化技术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它将应用代码按功能模块分割成多个小的代码块，实现按需加载，减少初始加载时间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在水利监测平台中，可以按以下策略进行分割： - **路由级分*：将不同页面的代码分离，用户访问时才加载对应页面代码 - **组件级分*：将大型组件（如地图、图表）独立打包，延迟加 - **第三方库分离**：将体积较大的第三方库（如EChar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例如，从Element Plus中只导入实际使用的组件，而不是整个库文件 #### 资源优化与压 **代码压缩**包括JavaScript压缩、CSS压缩和HTML压缩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现代构建工具使用Terser等工具进行深度优化，不仅移除空白和注释，还会进行变量名缩短、死代码消除等高级优化 **图片优化**对于水利监测平台尤为重要，因为系统中包含大量的工程图片、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高级构建优化策略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Tree Shaking优化原理 **Tree Shaking**是一种基于ES6模块静态分析的优化技术，其名称来源于"摇树"的比喻——摇动树木让枯死的叶子掉落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在前端构建中，它能够识别并移除未被引用的代码模块，显著减少最终包体积 对于水利监测平台，Tree Shaking特别有价值，因为系统通常会引入大型的UI组件库和工具库，但只使用其中的一部分功能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通过Tree Shaking，可以实现： - **按需引入UI组件**：只打包实际使用的Element Plus或Ant Design组件 - **精简工具*：从lodash等工具库中只引入需要的函数 - **优化图表*：ECharts等可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通过环境变量配置，可以实现： ```javascript // 环境配置示例 const config = { development: { apiUrl: 'http://localhost:3000/api', mapServiceKe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CDN技术原理与优势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**CDN（Content Delivery Network?*是一种分布式网络架构，通过在全球多个地理位置部署边缘服务器，将静态资源缓存到离用户最近的节点，从而提升访问速度 #### CDN的核心机 1. **地理分布**：在全国各主要城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静态资源分类与缓存策略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不同类型的静态资源具有不同的更新频率和重要性，需要采用差异化的缓存策略： | 资源类型 | 更新频率 | 缓存时长 | 缓存策略说明 | |---------|---------|----------|-------------| | 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Nginx服务器配置要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**基础服务配置** ```nginx server { listen 443 ssl http2; server_name watermonitor.gov.cn; # SSL配置 ssl_certificate /path/to/cer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前端部署与发布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前端部署与发布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前端部署与发布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前端部署与发布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4.7  前端部署与发布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前端部署与发布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