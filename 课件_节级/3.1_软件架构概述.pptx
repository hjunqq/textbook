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三 章   软件架构设计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3.1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软件架构概述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软件架构概述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软件架构的定义与重要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软件架构的定义与重要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架构描述方法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软件架构概述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3.1.1 软件架构的定义与重要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3.1.1 软件架构的定义与重要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3.1.2 架构描述方法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基础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提高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讨论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软件架构概述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3.1.1 软件架构的定义与重要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软件架构是一个系统的"结构或结构集合，包括软件构件、构件间的关系以及构件与环境的关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根据IEEE 1471标准，软件架构是系统的基础组织结构，它体现了系统的组件、组件之间的关系以及指导系统设计与演化的原则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它不仅定义了系统的整体框架，还决定了系统如何实现功能、处理数据以及与外部交互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架构设计是软件工程的核心活动之一，对系统的质量、可维护性和扩展性具有深远影响 软件架构概述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软件架构概述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3.1.1 软件架构的定义与重要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软件架构是一个系统的“结构或结构集合，包括软件构件、构件间的关系以及构件与环境的关系”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它不仅定义了系统的整体框架，还决定了系统如何实现功能、处理数据以及与外部交互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架构设计是软件工程的核心活动之一，对系统的质量、可维护性和扩展性具有深远影响 **1 架构对系统质量的影响** 软件架构是系统的基石，它不仅影响系统的功能实现，还直接决定了非功能性需求的达成，包括性能、可靠性、安全性等方面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合理的架构设计能够确保系统具备更好的质量属性 **性能*架构设计对系统性能至关重要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根据《软件架构实践》的研究，选择合适的架构模式（如分层架构、微服务架构、分布式架构等）可以优化系统的资源利用，减少系统瓶颈，提升响应速度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软件架构概述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3.1.2 架构描述方法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软件架构的描述方法是将抽象的系统结构转化为可视化、可理解的模型，以指导开发与协作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根据ISO/IEC/IEEE 42010标准，架构描述应当包含多个视图，每个视图从特定的利益相关者角度展现系统架构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UML（统一建模语言）提供了多种视图，帮助工程师从不同角度描述架构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而架构决策的核心要素则确保设计满足系统的核心需求 #### 1 UML视图 统一建模语言（Unified Modeling Language，UML）是一种用于可视化、详述、构造和文档化软件系统以及其他非软件系统的建模语言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UML通过多种视图全面描述系统的架构，每个视图都从不同的角度和关注点展现系统的特定方面，从而为开发者、分析师、测试人员和用户等不同角色提供了理解系统的统一框架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软件架构概述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1. 请简述本节的核心概念，并说明其在智慧水利平台开发中的重要性2. 总结本节介绍的主要技术方法，并分析各方法的适用场景3. 结合智慧水利的实际需求，解释本节内容如何应用于实际项目中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软件架构概述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提高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4. 分析本节涉及的技术难点，并提出可能的解决方案5. 比较本节介绍的不同方法的优缺点，并给出选择建议6. 设计一个简单的案例，说明如何将本节理论应用于智慧水利系统设计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软件架构概述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讨论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7. 讨论本节内容与其他相关技术的集成方案，分析可能遇到的挑战8. 展望本节涉及技术的发展趋势，分析其对智慧水利未来发展的影响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软件架构概述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软件架构概述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软件架构概述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软件架构概述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软件架构概述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软件架构概述 在智慧水利系统中的作用。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3.1  软件架构概述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软件架构概述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