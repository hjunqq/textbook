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Vue基础框架开发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前端开发的历史演进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现代前端框架的优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主流前端框架对比分析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&lt;!-- 教材内容修改指导原则024年更新）? 1. 内容详实化原则： - 每个技术标概念都要有详细的功能解释和使用场景说 - 不能只有简短描述，必须包含：定义、特点、优势、适用场景 - 解释要在代码示例之前，先理论后实 2. 语言表达多样化原则： - 避免重复使用"智慧水利平台"等固定短 - 使用多样化表达：水利监测平台、监测系统、水利系统、数据监测系统等 - 保持专业性的同时提升可读 3. 代码示例实用化原则： - 代码要短小精悍，每个概念单独展示 - 包含必要的属性和配置参数 - 添加适当的注释说 - 提供完整但不冗长的示 4. 教学结构规范化原则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前端开发的历史演进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现代前端框架的优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主流前端框架对比分析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Vue.js的选择优势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Vue.js框架概述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Vue.js的核心特性详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MVVM架构模式深入理解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数据双向绑定原理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虚拟DOM概念与性能优化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Vue实例创建与基础配置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响应式数据声明与管理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模板语法与数据绑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Vue组件系统概述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Vue Router路由系统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Pinia状态管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Vue.js开发最佳实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章节总结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前端开发的历史演进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现代前端开发经历了从静态网页到动态应用的深刻变革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在Web技术发展的早期阶段，网页主要以展示静态内容为主，HTML负责结构，CSS负责样式，JavaScript仅用于简单的交互效果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随着互联网应用复杂度的不断增加，特别是像水利监测系统这样需要处理大量动态数据的应用，传统的开发模式逐渐显露出局限性 **传统Web开发模式的局限*包括 - **DOM操作复杂度高**：手动操作DOM元素容易出错，代码难以维 传统Web开发采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这种方式在处理复杂的数据变化和界面更新时会产生大量重复、易错的代码 考虑一个实际的用户管理界面需求：当用户点删除用户"按钮时，需要完成以下一系列DOM操作 ```javascript // 传统方式需要逐步操作每个相关元素 function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现代前端框架的优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现代前端框架通过引入**声明式编*?*组件化架*?*数据驱动**等理念，从根本上解决了传统开发模式的问题 ```vue &lt;!-- Vue.js方式处理水利监测数据更新 --&gt; &lt;template&gt; &lt;div class="water-sta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主流前端框架对比分析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在选择前端框架时，我们需要从多个维度进行综合评估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目前主流的前端框架主要包括React、Angular和Vue.js，它们各有特点和适用场景 | 对比维度 | React | Angular | Vue.js | |---------|-------|---------|---------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Vue.js的选择优势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**Vue.js特别适合水利监测平台开*的原因包括： **1. 渐进式架构设* Vue.js?*渐进*特性意味着可以根据项目需求逐步引入框架特性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对于水利系统，可以从简单的数据绑定开始，逐步增加组件化、路由管理等高级功能 ```html &lt;!-- 最简单的Vue应用 - 监测数据展示 --&gt; &lt;div id="water-monitor"&gt; &lt;h2&gt;{{ stationName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Vue.js框架概述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**Vue.js**（发音类view"）是一*用于构建用户界面的渐进式JavaScript框架**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由尤雨溪在2014年创建，Vue.js的设计目标是通过尽可能简单的API实现响应式的数据绑定和组合的视图组件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在智慧水利系统开发中，Vue.js能够帮助开发者高效地构建复杂的数据监控界面、实时图表展示和交互式控制面板 **Vue.js的核心设计理*包括 1. **渐进式增*：可以从简单的页面增强开始，逐步构建复杂应用 2. **声明式渲*：通过模板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Vue.js的核心特性详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**1. 声明式渲* 传统命令式编程需要详细指定每一步操作，而Vue.js采用声明式渲染，开发者只需要描*期望的最终状*，Vue会自动处理如何达到这个状态： ```vue &lt;!-- 声明式：描述想要的结--&gt; &lt;template&gt; &lt;div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Vue基础框架开发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Vue基础框架开发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Vue基础框架开发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Vue基础框架开发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4.5  Vue基础框架开发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Vue基础框架开发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