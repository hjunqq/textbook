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智慧水利平台典型应用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监控模型与综合评价模块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风险评估模型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智能预警算法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应急预案管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引言 监控模型与综合评价模块是智慧水利平台的决策大脑，负责在复杂的水利工程环境中进行风险评估、安全预警和应急响应。该模块需要处理多源监测数据，运用先进的算法模型，为水利工程的安全运行和应急管理提供科学依据 本节将详细介绍监控模型与综合评价模块的设计理念、核心算法和技术实现，为构建智能化的水利安全保障体系提供技术支撑 ## 8.4.1 多级安全评价体系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风险评估模型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智能预警算法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应急预案管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智能决策支持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风险评估模型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多级安全评价体系核心实现 class SafetyEvaluationSystem { constructor(config) { this.config = config; this.evaluation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智能预警算法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```python # 智能预警算法核心实现 class IntelligentWarningSystem: def __init__(self, config): self.config = config self.models = 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应急预案管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应急响应决策系统核心实class EmergencyResponseSystem { constructor(config) { this.config = config; this.emergencyPl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智能决策支持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分析本节涉及的技术难点，并提出可能的解决方案5. 比较本节介绍的不同方法的优缺点，并给出选择建议6. 设计一个简单的案例，说明如何将本节理论应用于智慧水利系统设计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监控模型与综合评价模块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监控模型与综合评价模块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监控模型与综合评价模块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监控模型与综合评价模块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8.4  监控模型与综合评价模块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监控模型与综合评价模块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