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四 章   前端开发技术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4.3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微软雅黑"/>
              </a:rPr>
              <a:t>CSS基础与样式设计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4.3  CSS基础与样式设计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什么是CSS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CSS的工作原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CSS基本语法结构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能够结合智慧水利平台需求，应用本节内容进行分析与设计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</a:rPr>
              <a:t>河海大学 · 水利水电学院    第 2 / 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4.3  CSS基础与样式设计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本节知识图谱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微软雅黑"/>
              </a:rPr>
              <a:t>&lt;!-- 教材内容修改指导原则024年更新）? 1. 内容详实化原则： - 每个技术标概念都要有详细的功能解释和使用场景说 - 不能只有简短描述，必须包含：定义、特点、优势、适用场景 - 解释要在代码示例之前，先理论后实 2. 语言表达多样化原则： - 避免重复使用"智慧水利平台"等固定短 - 使用多样化表达：水利监测平台、监测系统、水利系统、数据监测系统等 - 保持专业性的同时提升可读 3. 代码示例实用化原则： - 代码要短小精悍，每个概念单独展示 - 包含必要的属性和配置参数 - 添加适当的注释说 - 提供完整但不冗长的示 4. 教学结构规范化原则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C71"/>
                </a:solidFill>
                <a:latin typeface="微软雅黑"/>
              </a:rPr>
              <a:t>本节主要内容：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什么是CSS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CSS的工作原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CSS基本语法结构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CSS应用方式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CSS层叠和继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CSS注释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CSS基础选择器详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CSS3高级选择器详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CSS3新增属性特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Flexbox弹性布局详解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Grid网格布局深度解析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响应式设计技术全面解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CSS3过渡效果精细化控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CSS3关键帧动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水利主题色彩系统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组件化设计规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响应式设计适配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4.3  CSS基础与样式设计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什么是CSS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CSS（Cascading Style Sheets，层叠样式表）是一种样式表语言，用来描述HTML或XML文档的呈现方式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CSS不是编程语言，也不是标记语言，而是一*样式表语言**，它可以控制网页元素的外观、布局和交互效果 CSS的核心特性包括： - **层叠性（Cascading?*：多个样式规则可以应用到同一个元素上，按照特定的优先级规则生- **继承性（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4.3  CSS基础与样式设计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CSS的工作原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CSS通过**选择*选中HTML元素，然后对这些元素应用**样式规则**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整个过程可以分为三个步骤： 1. **解析**：浏览器解析CSS文件，构建样式规2. **匹配**：根据选择器匹配HTML元素 3. **应用**：将样式属性应用到匹配的元素上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4.3  CSS基础与样式设计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CSS基本语法结构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CSS规则*选择*?*声明*组成 ```css 选择{ 属性名: 属性 属性名: 属性 } ``` 例如```css h1 { color: blue; font-size: 24px; margin: 10px 0; } ``` **语法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4.3  CSS基础与样式设计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CSS应用方式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CSS可以通过三种方式应用到HTML文档中： 1. **内联样式**：直接在HTML元素上使用style属 ```html &lt;p style="color: red; font-size: 16px;"&gt;这是红色文字&lt;/p&gt; ``` 2.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4.3  CSS基础与样式设计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CSS层叠和继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**层叠（Cascading?*是CSS的核心特性之一，当多个规则应用到同一个元素时，需要确定哪个规则优先生效： **优先级顺序（由高到低）：** 1. 内联样式（style属性） 2. ID选择3. 类选择器、属性选择器、伪类选择4. 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4.3  CSS基础与样式设计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CSS注释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CSS中使`/* */` 来添加注释： ```css /* 这是单行注释 */ p { color: blue; /* 行内注释 */ } /* 这是多行注释 可以写多行内*/ ``` 掌握了这些CSS基础概念后，我们就可以开始学习具体的选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接下来我们将深入学习CSS3选择器的强大功能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4.3  CSS基础与样式设计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案例：将 CSS基础与样式设计 应用到智慧水利平台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业务场景：水利监测数据采集、三维场景展示或工程安全评估等典型业务环节。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技术落点：本节 CSS基础与样式设计 的理论与方法如何映射到平台某个模块。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实施步骤：按照 需求 → 设计 → 实现 → 验证 的工程化流程逐步推进。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成效指标：从效率 / 准确率 / 可靠性 三个维度衡量应用效果。</a:t>
            </a:r>
          </a:p>
          <a:p>
            <a:pPr/>
            <a:r>
              <a:rPr sz="1200" b="0">
                <a:solidFill>
                  <a:srgbClr val="595959"/>
                </a:solidFill>
                <a:latin typeface="微软雅黑"/>
              </a:rPr>
              <a:t>（请教师结合具体水利工程实践，补充本节对应的真实案例细节）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4.3  CSS基础与样式设计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简述 CSS基础与样式设计 的基本概念。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分析 CSS基础与样式设计 在智慧水利系统中的作用。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4.3  CSS基础与样式设计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CSS基础与样式设计 的核心概念、关键技术与典型应用。学生应深入理解其原理，并能够结合智慧水利场景灵活运用，为后续章节学习与平台开发实践打下坚实基础。</a:t>
            </a:r>
          </a:p>
          <a:p>
            <a:pPr/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/>
            <a:r>
              <a:rPr sz="1400" b="0">
                <a:solidFill>
                  <a:srgbClr val="595959"/>
                </a:solidFill>
                <a:latin typeface="微软雅黑"/>
              </a:rPr>
              <a:t>下一步：完成知识图谱上的任务点学习，并在题库中完成本节配套练习。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