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三 章   软件架构设计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架构类型与常见模式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常见架构类型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架构风格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MVC架构模式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3.3.1 常见架构类型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3.3.2 架构风格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1 MVC架构模式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2 微服务（Microservices?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 事件驱动（Event - Driven?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4 架构风格与模式的选择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3.3.3 组织与求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3.3.1 常见架构类型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软件架构类型决定了系统的结构、组件交互方式及性能特征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以下是三种最常见的架构类型及其核心要点： #### 1 分层架构（Layered Architecture? 分层架构是一种常见的软件架构模式，它将系统划分为多个垂直层次，每层专注于特定职责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这种架构模式在许多类型的软件系统中得到了广泛应用，尤其是在需要明确划分功能职责、降低系统复杂度的场景下 **核心特点* **职责分离*每层独立演进，降低耦合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分层架构通过将系统划分为不同的层次，使得每一层都能够专注于特定的功能职责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例如，表示层负责与用户进行交互，展示用户界面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3.3.2 架构风格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在软件架构设计领域，架构风格与模式为解决常见的设计问题提供了通用的解决方案，它们不仅影响着软件系统的结构和行为，还决定了系统的可维护性、可扩展性以及性能表现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本部分将深入探MVC、微服务、事件驱动等常见的架构风格与模式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1 MVC架构模式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**1.定义与架构组* MVC 是一种将软件应用程序分为三个主要部分的架构风格：模型（Model）、视图（View）和控制器（Controller）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模型代表应用程序的数据和业务逻辑，负责处理数据的存储、检索和更新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视图负责呈现数据给用户，它是用户与系统交互的界面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控制器则充当模型和视图之间的桥梁，接收用户输入，根据输入调用模型的方法进行处理，并选择合适的视图来显示结果 在文档所涉及的软件项目中，若SafeHome 系统为例，传感器数据的处理逻辑可归为模型部分，用户通过控制面板或手机应用查看系统状态的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这种分离使得各部分的职责明确，开发者可以专注于特定部分的开发与维护 **2.优势与适用场景** MVC 的主要优势在于其高可维护性和可扩展性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2 微服务（Microservices?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**1.定义与架构特* 微服务架构是一种将大型应用程序拆分为多个小型、独立服务的架构风格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每个微服务都围绕特定的业务功能构建，有自己独立的数据库、业务逻辑和接口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这些服务通过轻量级的通信机制（如 RESTful API）进行交互 与传统的单体架构相比，微服务架构具有更高的灵活性和可扩展性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 SafeHome 系统中，可以将安全监测、设备控制、用户管理等功能分别拆分成独立的微服务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这样，当需要增加新的传感器类型或修改用户管理功能时，只需要对相应的微服务进行调整，而不会影响整个系统的其他部分 **2.优势与挑* 微服务的优势明显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3 事件驱动（Event - Driven?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**1.定义与工作原* 事件驱动架构是基于事件来触发和处理操作的架构风格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系统中的组件通过发布和订阅事件进行通信，当一个组件发布特定事件时，对该事件感兴趣的其他组件会收到通知并执行相应的操作 ?SafeHome 系统中，传感器检测到异常情况（如入侵、烟雾等）时，会发布一个事件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负责报警的组件订阅了这类事件，当收到事件通知后，它会立即触发报警动作，如发出警报声、向用户手机发送通知等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这种架构风格使得系统能够对外部事件做出实时响应，提高了系统的灵活性和可扩展性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因为新的功能模块只需订阅相关事件，就可以轻松集成到系统中，而不需要对现有组件进行大规模修改 **2.优势与适用场景** 事件驱动架构的主要优势在于其高度的异步性和松耦合特性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4 架构风格与模式的选择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在实际项目中，选择合适的架构风格与模式至关重要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需要综合考虑项目的规模、复杂度、业务需求、性能要求以及团队的技术能力等因素 对于小型项目或需求相对稳定的项目，MVC 模式可能是一个不错的选择，它能够提供清晰的结构，便于开发和维护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而对于大型、复杂且对扩展性和灵活性要求较高的项目，微服务架构可能更合适，尽管它会带来一些管理上的挑战，但能更好地应对业务的快速变化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事件驱动架构则适用于那些需要实时响应外部事件的场景，如果项目中有大量的异步操作和事件处理需求，采用事件驱动架构可以显著提升系统性能 在很多情况下，也可以将多种架构风格和模式结合使用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例如，在一个大型电商系统中，整体架构可以采用微服务架构，将不同的业务功能拆分为独立的微服务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架构类型与常见模式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架构类型与常见模式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架构类型与常见模式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架构类型与常见模式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3.3  架构类型与常见模式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架构类型与常见模式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