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七 章   三维场景的观测数据展示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7.3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微软雅黑"/>
              </a:rPr>
              <a:t>三维场景中的监测点绘制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坐标系统基础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坐标转换算法实现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掌握 状态可视化设计原则 的核心概念与方法</a:t>
            </a:r>
          </a:p>
          <a:p>
            <a:pPr/>
            <a:r>
              <a:rPr sz="1800" b="0">
                <a:solidFill>
                  <a:srgbClr val="333333"/>
                </a:solidFill>
                <a:latin typeface="微软雅黑"/>
              </a:rPr>
              <a:t>· 能够结合智慧水利平台需求，应用本节内容进行分析与设计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微软雅黑"/>
              </a:rPr>
              <a:t>河海大学 · 水利水电学院    第 2 / 0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本节知识图谱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微软雅黑"/>
              </a:rPr>
              <a:t>## 学习目标 通过本节学习，学生应能够 1. **掌握监测点的空间定位技*：理解坐标系统转换原理，掌握大地坐标系与场景坐标系的转换方法 2. **理解大规模监测点的渲染优*：掌握LOD技术在监测点渲染中的应用，实现高效的大规模点位显示 3. **能够设计直观的设备状态可视化方案**：建立完善的颜色编码与图标系统，实现设备状态的直观表达 4. **掌握监测点聚合与分层显示策略**：理解空间聚合算法，实现多尺度监测点展示效果 ## 7.3.1 监测点坐标转换与空间定位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3C71"/>
                </a:solidFill>
                <a:latin typeface="微软雅黑"/>
              </a:rPr>
              <a:t>本节主要内容：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坐标系统基础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坐标转换算法实现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状态可视化设计原则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层次细节优化策略</a:t>
            </a:r>
          </a:p>
          <a:p>
            <a:pPr/>
            <a:r>
              <a:rPr sz="1600" b="0">
                <a:solidFill>
                  <a:srgbClr val="333333"/>
                </a:solidFill>
                <a:latin typeface="微软雅黑"/>
              </a:rPr>
              <a:t>· 空间聚合算法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坐标系统基础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**坐标系统层次结构** 在水利监测系统中，监测点的精确定位需要处理多个坐标系统之间的转换关系 | 坐标系类| 应用场景 | 精度要求 | 转换复杂| 技术特| |-----------|----------|----------|----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坐标转换算法实现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```javascript // 监测点坐标转换管理器核心逻辑 class MonitoringPointPositionManager { geoToScenePosition(geoPosition) { // 1. 大地坐标转投影坐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状态可视化设计原则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**颜色编码标准化体* 建立标准化的设备状态颜色编码系统，确保用户能够快速识别设备运行状态： ```javascript // 监测设备状态可视化核心实现 class DeviceStatusVisualizer { constructor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层次细节优化策略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**多级LOD模型设计** 针对大规模监测点的渲染需求，建立多级LOD（Level of Detail）模型系统： ```javascript // 监测点LOD渲染管理器核心实 class MonitoringPointLODRender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空间聚合算法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核心要点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**层次聚合显示机制** 对于密集分布的监测点，需要实现智能聚合显示，在不同缩放层级下提供合适的信息密度 ```javascript // 监测点聚合显示管理器核心实现 class MonitoringPointClusterManager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案例：将 三维场景中的监测点绘制 应用到智慧水利平台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业务场景：水利监测数据采集、三维场景展示或工程安全评估等典型业务环节。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技术落点：本节 三维场景中的监测点绘制 的理论与方法如何映射到平台某个模块。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实施步骤：按照 需求 → 设计 → 实现 → 验证 的工程化流程逐步推进。</a:t>
            </a:r>
          </a:p>
          <a:p>
            <a:pPr/>
            <a:r>
              <a:rPr sz="1500" b="0">
                <a:solidFill>
                  <a:srgbClr val="333333"/>
                </a:solidFill>
                <a:latin typeface="微软雅黑"/>
              </a:rPr>
              <a:t>· 成效指标：从效率 / 准确率 / 可靠性 三个维度衡量应用效果。</a:t>
            </a:r>
          </a:p>
          <a:p>
            <a:pPr/>
            <a:r>
              <a:rPr sz="1200" b="0">
                <a:solidFill>
                  <a:srgbClr val="595959"/>
                </a:solidFill>
                <a:latin typeface="微软雅黑"/>
              </a:rPr>
              <a:t>（请教师结合具体水利工程实践，补充本节对应的真实案例细节）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简述 三维场景中的监测点绘制 的基本概念。</a:t>
            </a:r>
          </a:p>
          <a:p>
            <a:pPr/>
            <a:r>
              <a:rPr sz="1400" b="0">
                <a:solidFill>
                  <a:srgbClr val="333333"/>
                </a:solidFill>
                <a:latin typeface="微软雅黑"/>
              </a:rPr>
              <a:t>· 分析 三维场景中的监测点绘制 在智慧水利系统中的作用。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7.3  三维场景中的监测点绘制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三维场景中的监测点绘制 的核心概念、关键技术与典型应用。学生应深入理解其原理，并能够结合智慧水利场景灵活运用，为后续章节学习与平台开发实践打下坚实基础。</a:t>
            </a:r>
          </a:p>
          <a:p>
            <a:pPr/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/>
            <a:r>
              <a:rPr sz="1400" b="0">
                <a:solidFill>
                  <a:srgbClr val="595959"/>
                </a:solidFill>
                <a:latin typeface="微软雅黑"/>
              </a:rPr>
              <a:t>下一步：完成知识图谱上的任务点学习，并在题库中完成本节配套练习。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