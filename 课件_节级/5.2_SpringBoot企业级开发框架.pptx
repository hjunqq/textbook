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五 章   后端开发技术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5.2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SpringBoot企业级开发框架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Spring Boot在水利系统中的价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"约定优于配置"设计理念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循序渐进的学习路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## 5.2 Spring Boot企业级开发框 ## 学习目标 通过本节学习，学生应能够 1. 理解Spring Boot的核心设计理念和优势特点 2. 掌握Spring Boot项目的创建和基本结构 3. 了解自动配置机制的工作原 4. 能够独立搭建水利监测系统的基础框架 ## 引言 **Spring Boot**是基于Spring框架的企业级Java开发平台，它通过"约定优于配置"的设计理念，极大简化了企业级应用的开发过程。在水利监测系统的开发中，Spring Boot不仅能提供强大的技术支撑，更重要的是它的成熟生态系统和经过验证的最佳实践，能帮助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Spring Boot在水利系统中的价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"约定优于配置"设计理念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循序渐进的学习路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自动配置的工作原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条件化配置示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自定义自动配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使用Spring Initializr创建项目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项目结构详解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开发环境配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环境配置文件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生产就绪特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Spring Initializr项目生成工具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标准项目结构与包组织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配置文件管理策略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条件化配置的实现原理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自动配置类的加载机制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配置属性绑定机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起步依赖的设计理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核心起步依赖详解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自定义起步依赖开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外部化配置的最佳实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配置加密与安全管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配置热更新与动态调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开发效率提升的关键要素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企业级特性的实践价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技术选型与架构设计指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性能优化与运维监控策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安全性与合规性考虑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未来发展趋势与技术展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实践建议与注意事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核心知识点回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学习路径总结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学习路径与时间安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技术选型建议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常见问题解答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下节预告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Spring Boot在水利系统中的价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**开发效率提*：传统的Spring项目需要大量的XML配置文件，而Spring Boot通过自动配置机制，让开发人员只需关注业务逻辑的实现 **生产就绪特*：内置的健康检查、指标监控、配置管理等功能，为水利监测系统×24小时运行提供保障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"约定优于配置"设计理念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**"约定优于配置"（Convention over Configuration?*是Spring Boot最重要的设计哲学，它通过建立合理的默认设置和命名约定，减少开发人员的配置工作量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这种设计理念的核心思想是：与其让开发者进行大量的配置工作，不如框架提供经过实战验证的最佳实践作为默认选择 在传统的Spring框架开发中，开发者需要编写大量的XML配置文件来定义Bean、配置数据源、设置事务管理等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这些配置工作不仅繁琐，而且容易出错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Spring Boot通过一系列智能的约定大大简化了这个过程 **项目结构方面的约*遵循了Maven标准目录布局，这是Java生态系统中广泛接受的项目组织方式：`src/main/java`存放源代码，`src/main/resources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这种标准化的结构使得任何熟悉Java开发的程序员都能快速理解项目布局 **命名约定**让Spring Boot能够通过类名和注解自动识别组件类型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循序渐进的学习路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#### 基础层次：最简单的Spring Boot应用 让我们从创建最基础的Spring Boot应用开始： ```java // 基础示例：最简单的Spring Boot应用 @SpringBootApplication // 复合注解，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自动配置的工作原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**自动配置（Auto Configuration?*是Spring Boot最具创新性的特性，它通过分析项目依赖和现有配置，智能地决定需要配置哪些组件 **自动配置的核心机*? 1. **依赖检*：扫描类路径中的jar包，识别可用的技术组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条件化配置示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让我们通过实际例子理解自动配置的工作方式： ```java // 自动配置示例：数据源自动配置 @Configuration // 标识配置 @ConditionalOnClass(DataSource.class) // 当类路径存在Da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自定义自动配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在水利监测系统中，我们可以创建自己的自动配置 ```java // 自定义自动配置：水位预警自动配置 @Configuration @ConditionalOnClass(WaterLevelService.class) @Conditio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SpringBoot企业级开发框架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SpringBoot企业级开发框架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SpringBoot企业级开发框架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SpringBoot企业级开发框架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SpringBoot企业级开发框架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SpringBoot企业级开发框架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