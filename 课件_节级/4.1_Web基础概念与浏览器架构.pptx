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四 章   前端开发技术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4.1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Web基础概念与浏览器架构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4.1  Web基础概念与浏览器架构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理解 Web基础概念与浏览器架构 的基本原理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Web基础概念与浏览器架构 在智慧水利场景中的应用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具备运用 Web基础概念与浏览器架构 解决实际问题的能力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4.1  Web基础概念与浏览器架构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微软雅黑"/>
              </a:rPr>
              <a:t>在进入智慧水利平台的前端开发学习之前，我们首先需要深入理解Web技术的基础概念和浏览器的工作原理。Web前端技术作为现代信息系统的重要组成部分，在智慧水利平台中承担着数据展示、用户交互、实时监控等关键任务。掌握Web基础概念不仅有助于我们理解前端技术的本质，更能帮助我们在智慧水利项目开发中做出正确的技术选择 ## Web前端的定义与特点 Web前端（Front-end）是指运行在用户浏览器环境中的应用程序界面层，它负责将服务器端提供的业务数据以可视化、可交互的方式呈现给最终用户。从技术架构角度来看，Web前端是整个Web应用系统中直接面向用户的那一层，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Web基础概念与浏览器架构 的基本概念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Web基础概念与浏览器架构 的方法与流程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Web基础概念与浏览器架构 在智慧水利中的应用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4.1  Web基础概念与浏览器架构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Web基础概念与浏览器架构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在进入智慧水利平台的前端开发学习之前，我们首先需要深入理解Web技术的基础概念和浏览器的工作原理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Web前端技术作为现代信息系统的重要组成部分，在智慧水利平台中承担着数据展示、用户交互、实时监控等关键任务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掌握Web基础概念不仅有助于我们理解前端技术的本质，更能帮助我们在智慧水利项目开发中做出正确的技术选择 ## Web前端的定义与特点 Web前端（Front-end）是指运行在用户浏览器环境中的应用程序界面层，它负责将服务器端提供的业务数据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从技术架构角度来看，Web前端是整个Web应用系统中直接面向用户的那一层，它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4.1  Web基础概念与浏览器架构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Web基础概念与浏览器架构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Web基础概念与浏览器架构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4.1  Web基础概念与浏览器架构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Web基础概念与浏览器架构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Web基础概念与浏览器架构 在智慧水利系统中的作用。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4.1  Web基础概念与浏览器架构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Web基础概念与浏览器架构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