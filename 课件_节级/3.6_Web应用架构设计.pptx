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三 章   软件架构设计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3.6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Web应用架构设计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Web应用架构设计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特殊考虑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导航与内容管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基础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Web应用架构设计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3.6.1 特殊考虑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3.6.2 导航与内容管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基础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提高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讨论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Web应用架构设计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3.6.1 特殊考虑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?Web 应用架构设计中，网络密集性、并发访问以及性能优化是需要重点关注的特殊因素，它们直接影响着 Web 应用的用户体验、可用性与业务发展 **1.网络密集* Web 应用高度依赖网络进行数据传输，从用户请求页面资源，到服务器响应并返回数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在实际应用中，用户可能分布在不同地区，网络状况参差不齐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例如，在偏远地区或网络信号较弱的场所，用户与服务器之间的数据传输容易受到干扰，导致传输延迟甚至中断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对Web 应用架构而言，这就要求具备强大的网络适应能力 为应对网络密集性带来的挑战，CDN（内容分发网络）技术成为关键手段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CDN 通过在各地部署缓存服务器，将 Web 应用中的静态资源（如图片、CSS 样式表、JavaScript 脚本等）缓存到离用户更近的节点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Web应用架构设计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3.6.2 导航与内容管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?Web 应用架构设计中，导航与内容管理对用户体验、信息传达以及应用的整体可用性起着举足轻重的作用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良好的导航设计能帮助用户轻松找到所需内容，高效完成操作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而有效的内容管理则确保了信息的准确性、时效性与有序呈现 **1.导航设计** **?）导航的类型与布局** Web 应用通常采用多种导航类型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全局导航一般位于页面顶部或侧边栏，提供对应用核心功能和主要页面的访问入口，比如电商 Web 应用中的首页、商品分类、购物车、个人中心等选项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这种导航在整个应用中保持一致，让用户无论处于哪个页面，都能快速切换到关键板块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Web应用架构设计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1. 请简述本节的核心概念，并说明其在智慧水利平台开发中的重要性2. 总结本节介绍的主要技术方法，并分析各方法的适用场景3. 结合智慧水利的实际需求，解释本节内容如何应用于实际项目中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Web应用架构设计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提高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4. 分析本节涉及的技术难点，并提出可能的解决方案5. 比较本节介绍的不同方法的优缺点，并给出选择建议6. 设计一个简单的案例，说明如何将本节理论应用于智慧水利系统设计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Web应用架构设计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讨论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7. 讨论本节内容与其他相关技术的集成方案，分析可能遇到的挑战8. 展望本节涉及技术的发展趋势，分析其对智慧水利未来发展的影响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Web应用架构设计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Web应用架构设计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Web应用架构设计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Web应用架构设计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Web应用架构设计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Web应用架构设计 在智慧水利系统中的作用。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Web应用架构设计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Web应用架构设计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