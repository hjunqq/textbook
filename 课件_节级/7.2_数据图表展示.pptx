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七 章   三维场景的观测数据展示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7.2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数据图表展示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Chart.js技术概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Chart.js与Three.js集成架构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ECharts技术优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## 学习目标 通过本节学习，学生应能够 1. **熟练掌握Chart.js/ECharts在三维场景中的集成技*：理D图表D场景结合的技术原理和实现方法 2. **深入理解时序数据的动态可视化方法**：掌握实时数据流的图表更新机制和动态展示技 3. **能够设计交互式数据分析图*：具备多参数关联分析图表设计和实现能 4. **掌握响应式图表与移动端适配技*：理解跨设备、跨平台的图表展示优化方 ## 7.2.1 Chart.js在三维场景中的集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Chart.js技术概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Chart.js与Three.js集成架构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ECharts技术优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时序数据特征分析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响应式设计原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Chart.js技术概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**Chart.js**是一个功能强大的JavaScript图表库，以其简洁的API设计和丰富的图表类型在Web开发中广泛应用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在水利监测系统中，Chart.js主要用于展示时间序列数据、统计分析结果和趋势预测信息 #### Chart.js核心特性分 | 特性类| 具体特| 在水利系统中的价| 技术优| |----------|----------|-------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Chart.js与Three.js集成架构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在三维水利场景中集成Chart.js需要解决坐标系统转换、渲染层级管理、交互事件处理等技术问题 **Chart.js与Three.js集成**的核心挑战在于将基于DOM的二维图表技术与基于WebGL的三维渲染技术进行有机结合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这种集成需要解决渲染上下文差异、坐标系统转换、事件处理机制等多个技术难题 **集成架构的核心组件分*? **1. HTML到纹理的转换机制** 传统的Chart.js图表需要HTML Canvas承载，而Three.js使用GPU纹理渲染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集成的关键是将HTML元素转换为可用的WebGL纹理 - **离屏渲染技*：将图表渲染到不可见的HTML元素中，避免影响页面布局 - **html2canvas转换**：利用html2canvas库将DOM元素转换为Canvas图像 - 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ECharts技术优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**ECharts**是百度开源的企业级可视化图表库，在处理大数据量、复杂交互和多维数据展示方面具有显著优势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在水利监测系统中，ECharts特别适用于多参数关联分析、地理数据可视化和复杂统计图表展示 #### ECharts在水利系统中的应用特 - **大数据处理能*：支持数万个数据点的流畅渲染，适合长时间序列数据展 - **丰富的图表类*：包含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相比Chart.js，ECharts在大数据量处理、多维数据展示、地理信息集成方面具有显著优势 **ECharts高级功能的技术特*? **1. 水位-流量关系图的专业化设* 水位-流量关系是水文分析的核心内容，需要处理多种类型的数据 -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时序数据特征分析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**时序数据**是水利监测系统中最常见的数据类型，具有时间连续性、数据量大、更新频繁等特点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有效的时序数据可视化需要考虑数据压缩、动画效果、交互响应等多个技术要素 #### 时序数据处理策略 | 处理策略 | 技术方| 适用场景 | 性能影响 | |----------|----------|----------|--------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水利监测产生的时序数据具有数据量大、时间跨度长、更新频率高等特点，需要专门的处理策略 **时序数据处理的核心技术挑*? **1. 大数据量的渲染性能优化** 水利监测系统经常需要处理数年的历史数据和实时数据流 - **数据抽稀策略**：使用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响应式设计原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**响应式图表设*是现代Web应用的重要特征，需要在不同设备和屏幕尺寸下提供一致的用户体验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在水利监测系统中，响应式设计尤为重要，因为现场工作人员经常需要使用移动设备访问监测数据 #### 响应式设计关键要 - **弹性布局**：图表容器能够根据屏幕尺寸自动调 - **自适应字体**：文字大小根据设备类型和屏幕密度调整 - **触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现场工作人员经常使用平板电脑和智能手机查看监测数据，必须确保图表在不同设备上都能提供良好的用户体验 **响应式设计的技术层次分*? **1. 设备检测与适配策略** 不同设备类型需要采用不同的显示策略 - **屏幕尺寸适配**：基于brea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数据图表展示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数据图表展示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数据图表展示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数据图表展示 在智慧水利系统中的作用。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7.2  数据图表展示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数据图表展示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