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四 章   前端开发技术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4.4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JavaScript基础编程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什么是JavaScript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JavaScript在Web开发中的作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JavaScript基本语法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&lt;!-- 教材内容修改指导原则024年更新）? 1. 内容详实化原则： - 每个技术标概念都要有详细的功能解释和使用场景说 - 不能只有简短描述，必须包含：定义、特点、优势、适用场景 - 解释要在代码示例之前，先理论后实 2. 语言表达多样化原则： - 避免重复使用"智慧水利平台"等固定短 - 使用多样化表达：水利监测平台、监测系统、水利系统、数据监测系统等 - 保持专业性的同时提升可读 3. 代码示例实用化原则： - 代码要短小精悍，每个概念单独展示 - 包含必要的属性和配置参数 - 添加适当的注释说 - 提供完整但不冗长的示 4. 教学结构规范化原则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什么是JavaScript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JavaScript在Web开发中的作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JavaScript基本语法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JavaScript执行环境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数据类型深入学习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运算符深入详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控制流程详解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函数深入详解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五、对象与数组 - 数据结构的核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六、错误处理与调试 - 系统稳定性保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七、代码质量与编程规范 - 可维护代码的基石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变量声明与作用域管理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模板字符串与字符串处理增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解构赋值与数据提取优化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箭头函数与函数式编程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Promise基础概念与状态管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async/await语法与现代异步编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错误处理与异常管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Promise高级应用模式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现代DOM查询与元素选择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现代事件处理机制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ES6模块系统与项目架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现代调试技术与性能优化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重点内容回顾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实践要点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向下一节的过渡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什么是JavaScript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JavaScript是一*轻量级的解释型编程语言**，最初是为了给网页添加交互功能而设计的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随着发展，JavaScript已经成为一种功能完整的编程语言，不仅可以在浏览器中运行，还可以在服务器端（Node.js）、移动应用、桌面应用等多种环境中使用 JavaScript的核心特点包括： - **动态类*：变量的类型在运行时确定，可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JavaScript在Web开发中的作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JavaScript在现代Web开发中承担着三个主要职责 1. **DOM操作**：动态修改HTML元素和页面结2. **事件处理**：响应用户交互（点击、输入、滚动等3. **数据处理**：处理、计算和转换数据 在智慧水利平台中，Java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JavaScript基本语法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#### 1. 变量声明 JavaScript有三种变量声明方式： ```javascript // var声明（ES5，不推荐var oldWay = "传统方式"; // let声明（ES6+，推荐用于可变变量） let waterLe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JavaScript执行环境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JavaScript代码*执行上下*中运行，主要包括 1. **全局执行上下*：页面加载时创建，存储全局变量和函2. **函数执行上下*：函数调用时创建，存储局部变量和参数 3. **作用域链**：决定变量的可访问范 ```javascri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接下来我们将深入学习这些基础知识的详细内容，然后再学习ES6+的现代JavaScript特性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数据类型深入学习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#### 1. Number 数字类型详解 JavaScript中的数字类型基于IEEE 754标准，既可以表示整数，也可以表示浮点数 ```javascript // 不同进制的数字表let decimal = 42; // 十进let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运算符深入详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JavaScript提供了丰富的运算符系统，包括算术运算符、比较运算符、逻辑运算符、位运算符等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掌握这些运算符的使用方法和特性，对于编写高效、准确的代码至关重要 #### 1. 算术运算符详 算术运算符用于执行基本的数学计算，在水利监测系统中经常用于计算流量、平均值、变化率等 ##### 基本算术运算 JavaScript提供了完整的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JavaScript基础编程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JavaScript基础编程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JavaScript基础编程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JavaScript基础编程 在智慧水利系统中的作用。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JavaScript基础编程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