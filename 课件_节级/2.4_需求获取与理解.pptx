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二 章   软件工程基础与需求分析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2.4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需求获取与理解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需求获取与理解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客户需求的获取方法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需求分类与优先级划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需求获取与理解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2.4.1 客户需求的获取方法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2.4.2 需求分类与优先级划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需求获取与理解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2.4.1 客户需求的获取方法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客户需求分析是软件工程中至关重要的一步，它是确保系统开发能够满足用户期望的基础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准确理解客户需求并转化为清晰的系统规格要求，是开发高质量软件的关键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在需求分析阶段，开发团队不仅要收集客户的需求，还要分析这些需求，确保其合理性、一致性、完整性和可实现性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为此，采用合适的需求分析方法至关重要 **1.访谈与问卷调* 访谈和问卷调查是两种常见的需求调研方法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访谈通过与客户面对面交流，能够深入了解其需求，及时澄清疑问和模糊需求，其优点是能获得详细的信息，但也可能因访谈技巧或客户表达问题导致遗漏或误解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需求获取与理解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2.4.2 需求分类与优先级划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**1.功能需* 功能需求是指系统必须实现的功能特性或行为，是软件系统最基本的需求类型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它描述了系统在特定输入下应如何处理数据、执行任务以及与用户或其他系统进行交互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功能需求通常表现为具体的操作、流程和行为，例如用户登录、数据存储、报告生成等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功能需求是需求分析中的核心内容，它们直接决定了系统的基本功能和服务，通常以用例、用户故事或功能列表的形式进行描述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准确地收集和定义功能需求是保证系统能够满足用户期望的关键 **2.非功能需* 非功能需求指的是系统的质量属性，描述了系统在性能、安全性、可靠性、可维护性、可扩展性等方面的要求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需求获取与理解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需求获取与理解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需求获取与理解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需求获取与理解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需求获取与理解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需求获取与理解 在智慧水利系统中的作用。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需求获取与理解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需求获取与理解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