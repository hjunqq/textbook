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三 章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3.7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案例研究：SafeHome 系统架构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需求分析和用例建模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构件协作与接口设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基础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3.7.1 需求分析和用例建模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3.7.2 构件协作与接口设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提高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讨论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3.7.1 需求分析和用例建模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在构SafeHome 系统架构的过程中，需求分析与用例建模是奠定系统基础的关键环节，它们确保系统能够精准满足用户需求，提供可靠且实用的家庭安全防护功能 **1.需求分* **?）功能需* 用户SafeHome 系统最核心的功能期望围绕安全防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首要功能是全方位的安全监测，涵盖门窗状态监测，通过门窗传感器实时感知门窗的开合情况，一旦检测到异常开启，立即触发报警机制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例如，在用户离家期间，若有不法分子试图撬开门窗，系统能够第一时间察觉并通知用户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烟雾和火灾监测功能同样不可或缺，烟雾传感器实时监测室内烟雾浓度，当浓度超过预设阈值，迅速发出火灾预警，为用户争取宝贵的逃生时间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此外，还包括对室内有害气体（如一氧化碳）的监测，保障家庭成员的生命健康安全 远程控制功能也是重要需求之一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3.7.2 构件协作与接口设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?SafeHome 系统架构中，构件协作与接口设计对于实现系统的高效运行、功能完整性以及未来扩展性至关重要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合理规划构件间的协作关系并精心设计接口，能够确保各个构件如同精密齿轮般协同工作，顺畅完成家庭安全防护的各项任务 **1.构件协作** **?）传感器构件与数据处理构件协* 传感器构件作SafeHome 系统感知外界环境“触角”，负责采集各类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门窗传感器监测门窗的开合状态，烟雾传感器检测烟雾浓度，温湿度传感器收集室内温湿度信息等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这些传感器持续不断地将采集到的数据传输给数据处理构件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数据处理构件如同系统的 “智慧大脑”，接收到传感器数据后，首先对数据进行清洗，去除可能存在的噪声和异常值，以保证数据的准确性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1. 请简述本节的核心概念，并说明其在智慧水利平台开发中的重要性2. 总结本节介绍的主要技术方法，并分析各方法的适用场景3. 结合智慧水利的实际需求，解释本节内容如何应用于实际项目中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提高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4. 分析本节涉及的技术难点，并提出可能的解决方案5. 比较本节介绍的不同方法的优缺点，并给出选择建议6. 设计一个简单的案例，说明如何将本节理论应用于智慧水利系统设计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讨论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7. 讨论本节内容与其他相关技术的集成方案，分析可能遇到的挑战8. 展望本节涉及技术的发展趋势，分析其对智慧水利未来发展的影响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案例研究：SafeHome 系统架构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案例研究：SafeHome 系统架构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案例研究：SafeHome 系统架构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案例研究：SafeHome 系统架构 在智慧水利系统中的作用。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3.7  案例研究：SafeHome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案例研究：SafeHome 系统架构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