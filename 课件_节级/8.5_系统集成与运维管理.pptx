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八 章   智慧水利平台典型应用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系统集成与运维管理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微服务架构设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系统监控框架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基础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引言 系统集成与运维管理是智慧水利平台稳定运行的重要保障，涉及微服务架构、自动化部署、监控告警、故障恢复等多个技术领域。本节将深入探讨企业级运维管理的核心技术和最佳实践 ## 学习目标 通过本节学习，学生应能够1. **掌握微服务架构的设计原理**：理解服务注册发现、负载均衡的技术实2. **熟悉运维监控的技术体*：掌握指标采集、告警规则、日志管理的核心方法 3. **理解自动化运维的实施方案**：掌握容器化部署、CI/CD流水线的设计思路 4. **具备故障处理的工程能*：学会故障检测、自动恢复、容错设计的关键技 ## 8.5.1 系统架构优化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微服务架构设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系统监控框架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微服务架构设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微服务注册中心核心实class ServiceRegistry { constructor(config) { this.services = new Map(); this.healthChecks =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系统监控框架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```python # 运维监控体系核心实现 class SystemMonitor: def __init__(self, config): self.config = config self.metrics_buffer = [] 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**微服务架构设*：请解释服务注册发现机制的工作原理，并分析负载均衡算法的选择依据2. **运维监控体系**：总结监控指标的分类和采集方法，分析告警规则设计的关键因素3. **自动化运维实*：说明容器化部署的优势，解释CI/CD流水线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**系统可靠性设*：分析微服务架构中的容错机制，设计一个具体的熔断器实现方案5. **故障处理策略**：比较不同故障检测方法的优缺点，提出自动恢复策略的优化方案6. **性能优化分析**：基于CAP理论分析智慧水利系统的一致性策略选择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7. **云原生架构演*：讨论从单体架构到微服务架构的迁移策略，分析可能遇到的技术挑战8. **运维管理发展趋势**：展望AIOps在智慧水利运维中的应用前景，分析人工智能对运维管理的影响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系统集成与运维管理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系统集成与运维管理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系统集成与运维管理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系统集成与运维管理 在智慧水利系统中的作用。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8.5  系统集成与运维管理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系统集成与运维管理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