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六 章   智慧水利三维场景构建</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6.2</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GIS地图服务应用</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三维场景的组成要 的核心概念与方法</a:t>
            </a:r>
          </a:p>
          <a:p>
            <a:pPr/>
            <a:r>
              <a:rPr sz="1800" b="0">
                <a:solidFill>
                  <a:srgbClr val="333333"/>
                </a:solidFill>
                <a:latin typeface="微软雅黑"/>
              </a:rPr>
              <a:t>· 掌握 三维数据来源 的核心概念与方法</a:t>
            </a:r>
          </a:p>
          <a:p>
            <a:pPr/>
            <a:r>
              <a:rPr sz="1800" b="0">
                <a:solidFill>
                  <a:srgbClr val="333333"/>
                </a:solidFill>
                <a:latin typeface="微软雅黑"/>
              </a:rPr>
              <a:t>· 掌握 关键技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三维场景技术，作为计算机图形学与计算机视觉发展的重要成果，近年来在多个行业中得到了广泛应用。在智慧水利领域，三维场景技术更是成为推进水利信息化和数字化转型的关键支撑手段之一。该技术通过在虚拟环境中模拟现实世界的物体、场景和动态过程，实现对现实水利系统的高度还原与直观表达。借助高精度的地理信息数据与多源水利数据，三维场景不仅能够再现复杂的地形地貌和水系结构，还可以对水利工程的建筑形态、运行机制及其与周边环境的关系进行动态演示和实时交互 与传统的二维图纸和文字报告相比，三维场景具有更强的沉浸感、交互性和信息承载能力，使得水利工程的空间布局、结构逻辑及运作流程</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6.1.1 三维场景的组成要</a:t>
            </a:r>
          </a:p>
          <a:p>
            <a:pPr/>
            <a:r>
              <a:rPr sz="1600" b="0">
                <a:solidFill>
                  <a:srgbClr val="333333"/>
                </a:solidFill>
                <a:latin typeface="微软雅黑"/>
              </a:rPr>
              <a:t>· 6.1.2 三维数据来源</a:t>
            </a:r>
          </a:p>
          <a:p>
            <a:pPr/>
            <a:r>
              <a:rPr sz="1600" b="0">
                <a:solidFill>
                  <a:srgbClr val="333333"/>
                </a:solidFill>
                <a:latin typeface="微软雅黑"/>
              </a:rPr>
              <a:t>· 6.1.3 关键技</a:t>
            </a:r>
          </a:p>
          <a:p>
            <a:pPr/>
            <a:r>
              <a:rPr sz="1600" b="0">
                <a:solidFill>
                  <a:srgbClr val="333333"/>
                </a:solidFill>
                <a:latin typeface="微软雅黑"/>
              </a:rPr>
              <a:t>· 6.1.4 应用场景</a:t>
            </a:r>
          </a:p>
          <a:p>
            <a:pPr/>
            <a:r>
              <a:rPr sz="1600" b="0">
                <a:solidFill>
                  <a:srgbClr val="333333"/>
                </a:solidFill>
                <a:latin typeface="微软雅黑"/>
              </a:rPr>
              <a:t>· 6.1.5 智慧水利平台三维场景框架</a:t>
            </a:r>
          </a:p>
          <a:p>
            <a:pPr/>
            <a:r>
              <a:rPr sz="1600" b="0">
                <a:solidFill>
                  <a:srgbClr val="333333"/>
                </a:solidFill>
                <a:latin typeface="微软雅黑"/>
              </a:rPr>
              <a:t>· 6.1.6 挑战与发展趋</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6.1.1 三维场景的组成要</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在智慧水利三维场景构建中，三维模型是构成虚拟场景的核心要素之一，是实现现实世界数字化、可视化表达的基础</a:t>
            </a:r>
          </a:p>
          <a:p>
            <a:pPr/>
            <a:r>
              <a:rPr sz="1500" b="0">
                <a:solidFill>
                  <a:srgbClr val="333333"/>
                </a:solidFill>
                <a:latin typeface="微软雅黑"/>
              </a:rPr>
              <a:t>· 所谓三维模型，指的是对现实场景中各类物体进行几何形态和空间结构的数字化建模与表达，它不仅决定了场景的可视质量和空间真实感，也直接关系到后续的分析模拟、交互操作和系统集成的效率与效果</a:t>
            </a:r>
          </a:p>
          <a:p>
            <a:pPr/>
            <a:r>
              <a:rPr sz="1500" b="0">
                <a:solidFill>
                  <a:srgbClr val="333333"/>
                </a:solidFill>
                <a:latin typeface="微软雅黑"/>
              </a:rPr>
              <a:t>· 在智慧水利三维场景中，常见的三维模型主要包括以下几类： 地形模型主要用于表达地表的高程起伏和地貌特征，是构建整个三维场景的基础框架</a:t>
            </a:r>
          </a:p>
          <a:p>
            <a:pPr/>
            <a:r>
              <a:rPr sz="1500" b="0">
                <a:solidFill>
                  <a:srgbClr val="333333"/>
                </a:solidFill>
                <a:latin typeface="微软雅黑"/>
              </a:rPr>
              <a:t>· 通常采用数字高程模型（DEM, Digital Elevation Model）或数字地表模型（DSM, Digital Surface Model）进行建模，通过高程栅格数据构建出真实地形的三角网（TIN）或格网结构</a:t>
            </a:r>
          </a:p>
          <a:p>
            <a:pPr/>
            <a:r>
              <a:rPr sz="1500" b="0">
                <a:solidFill>
                  <a:srgbClr val="333333"/>
                </a:solidFill>
                <a:latin typeface="微软雅黑"/>
              </a:rPr>
              <a:t>· 在水利工程中，精确的地形建模对于水流模拟、水库调度分析、洪水预警等具有重要意义 建筑模型主要用于表示水利工程中的各类人工构筑物，如大坝、水闸、泵站、渠道、取水口等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6.1.2 三维数据来源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6.1.2.1 激光雷LiDAR)扫描 激光雷达对测量环境光照条件要求低，且测量误差小，常被应用于空间信息获取系统中</a:t>
            </a:r>
          </a:p>
          <a:p>
            <a:pPr/>
            <a:r>
              <a:rPr sz="1500" b="0">
                <a:solidFill>
                  <a:srgbClr val="333333"/>
                </a:solidFill>
                <a:latin typeface="微软雅黑"/>
              </a:rPr>
              <a:t>· 激光雷达分类方式多样，如以内部有无机械旋转部件，分为机械激光雷达、固态激光雷达两类</a:t>
            </a:r>
          </a:p>
          <a:p>
            <a:pPr/>
            <a:r>
              <a:rPr sz="1500" b="0">
                <a:solidFill>
                  <a:srgbClr val="333333"/>
                </a:solidFill>
                <a:latin typeface="微软雅黑"/>
              </a:rPr>
              <a:t>· 根据可扫描空间维度分为三维激光雷达和二维激光雷达</a:t>
            </a:r>
          </a:p>
          <a:p>
            <a:pPr/>
            <a:r>
              <a:rPr sz="1500" b="0">
                <a:solidFill>
                  <a:srgbClr val="333333"/>
                </a:solidFill>
                <a:latin typeface="微软雅黑"/>
              </a:rPr>
              <a:t>· 三维激光雷达也叫多线激光雷达，如图6.1.1(a)所示，在一帧时间内可以发出多条激光，可直接获得丰富三维数据</a:t>
            </a:r>
          </a:p>
          <a:p>
            <a:pPr/>
            <a:r>
              <a:rPr sz="1500" b="0">
                <a:solidFill>
                  <a:srgbClr val="333333"/>
                </a:solidFill>
                <a:latin typeface="微软雅黑"/>
              </a:rPr>
              <a:t>· 每条激光线对应唯一标号，扫描线数量越多，垂直扫描平面方向数据点分布越密集，点云精度越高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6.1.3 关键技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6.1.3.1 三维建模技 一、自动化建模技 自动化建模技术是现代数字建模领域的重要发展方向，尤其在地形建模、城市三维重建、虚拟现实和数字孪生等应用中发挥着日益重要的作用</a:t>
            </a:r>
          </a:p>
          <a:p>
            <a:pPr/>
            <a:r>
              <a:rPr sz="1500" b="0">
                <a:solidFill>
                  <a:srgbClr val="333333"/>
                </a:solidFill>
                <a:latin typeface="微软雅黑"/>
              </a:rPr>
              <a:t>· 所谓“自动化建模”，是指通过程序化、参数化、算法驱动的方式，从输入数据（如高程、点云、遥感影像等）中自动生成三维模型的技术流程</a:t>
            </a:r>
          </a:p>
          <a:p>
            <a:pPr/>
            <a:r>
              <a:rPr sz="1500" b="0">
                <a:solidFill>
                  <a:srgbClr val="333333"/>
                </a:solidFill>
                <a:latin typeface="微软雅黑"/>
              </a:rPr>
              <a:t>· 与传统人工建模相比，自动化建模大幅提升了建模效率、减少了人为误差，并具备更强的可扩展性和适应性 以地形建模为例，自动化建模通常从高程数据（如数字高程模型DEM或灰度高程图Heightmap）入手，借助计算机图形学算法将二维数据自动转换为具有</a:t>
            </a:r>
          </a:p>
          <a:p>
            <a:pPr/>
            <a:r>
              <a:rPr sz="1500" b="0">
                <a:solidFill>
                  <a:srgbClr val="333333"/>
                </a:solidFill>
                <a:latin typeface="微软雅黑"/>
              </a:rPr>
              <a:t>· Three.js 作为 WebGL 的高级封装库，广泛应用于基于浏览器的三维可视化项目，其提供了强大的几何体和材质处理能力，使得开发者可以通过几行代码实现地形的自动构建</a:t>
            </a:r>
          </a:p>
          <a:p>
            <a:pPr/>
            <a:r>
              <a:rPr sz="1500" b="0">
                <a:solidFill>
                  <a:srgbClr val="333333"/>
                </a:solidFill>
                <a:latin typeface="微软雅黑"/>
              </a:rPr>
              <a:t>· 以下是一个典型的自动化地形建模函数，它基highmap（高程图）数据生成三维地形： ```javascript // Three.js示例：从高程数据生成地形 function createTerrainFromHeightmap(heig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6.1.4 应用场景</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6.1.4.1 水利工程规划与设 水利工程作为保障防洪安全、水资源配置、水生态保护及航运灌溉等多功能基础设施，其规划与设计过程复杂，涉及多维空间分析、环境评价及技术方案比选等关键环节</a:t>
            </a:r>
          </a:p>
          <a:p>
            <a:pPr/>
            <a:r>
              <a:rPr sz="1500" b="0">
                <a:solidFill>
                  <a:srgbClr val="333333"/>
                </a:solidFill>
                <a:latin typeface="微软雅黑"/>
              </a:rPr>
              <a:t>· 随着虚拟现实（VR）、三维地理信息系统（3D GIS）及数字孪生技术的发展，三维场景技术逐渐成为水利工程规划设计中不可或缺的重要工具</a:t>
            </a:r>
          </a:p>
          <a:p>
            <a:pPr/>
            <a:r>
              <a:rPr sz="1500" b="0">
                <a:solidFill>
                  <a:srgbClr val="333333"/>
                </a:solidFill>
                <a:latin typeface="微软雅黑"/>
              </a:rPr>
              <a:t>· 三维可视化技术不仅提升了工程表达的直观性和交互性，还推动了从“二维图纸”向“沉浸式设计”与“全生命周期仿真”的转变 一、工程选址分析与方案比 在水利工程前期可行性研究和总体设计阶段，选址分析是关键环节</a:t>
            </a:r>
          </a:p>
          <a:p>
            <a:pPr/>
            <a:r>
              <a:rPr sz="1500" b="0">
                <a:solidFill>
                  <a:srgbClr val="333333"/>
                </a:solidFill>
                <a:latin typeface="微软雅黑"/>
              </a:rPr>
              <a:t>· 通过三维场景技术，可以将以下要素集成展示：地形地貌（三维DEM/DTM）</a:t>
            </a:r>
          </a:p>
          <a:p>
            <a:pPr/>
            <a:r>
              <a:rPr sz="1500" b="0">
                <a:solidFill>
                  <a:srgbClr val="333333"/>
                </a:solidFill>
                <a:latin typeface="微软雅黑"/>
              </a:rPr>
              <a:t>· 地质结构（钻孔数据、剖面图）</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6.1.5 智慧水利平台三维场景框架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在智慧水利平台中，三维场景技术框架为实现对水利工程、流域水系、生态环境等要素的可视化、模拟和分析提供了技术支撑</a:t>
            </a:r>
          </a:p>
          <a:p>
            <a:pPr/>
            <a:r>
              <a:rPr sz="1500" b="0">
                <a:solidFill>
                  <a:srgbClr val="333333"/>
                </a:solidFill>
                <a:latin typeface="微软雅黑"/>
              </a:rPr>
              <a:t>· 其架构通常由以下四个层次组成： #### 6.1.5.1 基础支撑 这一层是三维场景系统运行的核心基础，提供图形渲染、数据处理与计算资源支持</a:t>
            </a:r>
          </a:p>
          <a:p>
            <a:pPr/>
            <a:r>
              <a:rPr sz="1500" b="0">
                <a:solidFill>
                  <a:srgbClr val="333333"/>
                </a:solidFill>
                <a:latin typeface="微软雅黑"/>
              </a:rPr>
              <a:t>· 主要组成： 一、三维引擎（3D Engine? 用于图形渲染、空间场景构建和交互操作</a:t>
            </a:r>
          </a:p>
          <a:p>
            <a:pPr/>
            <a:r>
              <a:rPr sz="1500" b="0">
                <a:solidFill>
                  <a:srgbClr val="333333"/>
                </a:solidFill>
                <a:latin typeface="微软雅黑"/>
              </a:rPr>
              <a:t>· 典型工具：CesiumJS（用于大规模地形与地理信息渲染）、Three.js（适用于建筑细节建模与结构动画）</a:t>
            </a:r>
          </a:p>
          <a:p>
            <a:pPr/>
            <a:r>
              <a:rPr sz="1500" b="0">
                <a:solidFill>
                  <a:srgbClr val="333333"/>
                </a:solidFill>
                <a:latin typeface="微软雅黑"/>
              </a:rPr>
              <a:t>· 功能示例：三维河道展示、坝体结构剖切、水体动态效果 二、空间数据管理系 支撑对海量多源数据（遥感、DEM、水文、BIM等）的存储、组织与调用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6.1.6 挑战与发展趋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6.1.6.1 当前挑战 一、海量数据的高效处理与管 水利系统涉及的空间数据（DEM、水系、工程设施等）、时序数据（监测、水文、预报等）和文档类资料（图纸、报告、预案等）体量巨大，更新频繁</a:t>
            </a:r>
          </a:p>
          <a:p>
            <a:pPr/>
            <a:r>
              <a:rPr sz="1500" b="0">
                <a:solidFill>
                  <a:srgbClr val="333333"/>
                </a:solidFill>
                <a:latin typeface="微软雅黑"/>
              </a:rPr>
              <a:t>· 挑战点：多时空尺度数据管理复杂</a:t>
            </a:r>
          </a:p>
          <a:p>
            <a:pPr/>
            <a:r>
              <a:rPr sz="1500" b="0">
                <a:solidFill>
                  <a:srgbClr val="333333"/>
                </a:solidFill>
                <a:latin typeface="微软雅黑"/>
              </a:rPr>
              <a:t>· 存储成本与访问效率矛盾突出</a:t>
            </a:r>
          </a:p>
          <a:p>
            <a:pPr/>
            <a:r>
              <a:rPr sz="1500" b="0">
                <a:solidFill>
                  <a:srgbClr val="333333"/>
                </a:solidFill>
                <a:latin typeface="微软雅黑"/>
              </a:rPr>
              <a:t>· 数据加载速度直接影响三维渲染性能</a:t>
            </a:r>
          </a:p>
          <a:p>
            <a:pPr/>
            <a:r>
              <a:rPr sz="1500" b="0">
                <a:solidFill>
                  <a:srgbClr val="333333"/>
                </a:solidFill>
                <a:latin typeface="微软雅黑"/>
              </a:rPr>
              <a:t>· 高并发访问下易出现性能瓶颈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GIS地图服务应用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GIS地图服务应用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GIS地图服务应用 的基本概念。</a:t>
            </a:r>
          </a:p>
          <a:p>
            <a:pPr/>
            <a:r>
              <a:rPr sz="1400" b="0">
                <a:solidFill>
                  <a:srgbClr val="333333"/>
                </a:solidFill>
                <a:latin typeface="微软雅黑"/>
              </a:rPr>
              <a:t>· 分析 GIS地图服务应用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6.2  GIS地图服务应用</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三维场景技术作为智慧水利平台的重要组成部分，凭借其直观、动态、沉浸式的表达能力，正在深刻改变水利工程的规划、建设与运行方式。通过融合地形地貌、水文数据和工程结构信息，三维场景能够真实再现水利工程全貌，实现从宏观流域管理到微观构件监测的全尺度可视化，有效提升水利行业的感知能力与管理效率 在应用层面，三维场景技术已广泛用于水利工程选址分析、洪水淹没模拟、施工过程仿真和大坝安全监测等关键场景，帮助管理者做出科学决策。同时，其强大的数据整合与交互分析能力，也为水资源调度、防灾减灾和公众服务提供了重要支撑，促进了工程运行的透明化与智能化 当前该技术面临海量数据处理、复杂过程建模和系统集成等多方面挑战，但也呈现出以数字孪生、AI建模、GPU加速、云边协同和VR/AR应用为代表的积极发展趋势。三维场景正逐步从静态展示工具演化为动态分析平台和智能决策核心 展望未来，随着计算机图形学、人工智能和大数据技术的</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