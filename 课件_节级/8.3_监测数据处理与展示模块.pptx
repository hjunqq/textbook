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八 章   智慧水利平台典型应用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8.3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微软雅黑"/>
              </a:rPr>
              <a:t>监测数据处理与展示模块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8.3  监测数据处理与展示模块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多源数据接入架构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数据质量控制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实时数据处理流水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能够结合智慧水利平台需求，应用本节内容进行分析与设计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46520"/>
            <a:ext cx="116128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微软雅黑"/>
              </a:rPr>
              <a:t>河海大学 · 水利水电学院    第 2 / 0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8.3  监测数据处理与展示模块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本节知识图谱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微软雅黑"/>
              </a:rPr>
              <a:t>## 引言 监测数据处理与展示模块是智慧水利平台的核心组件，负责接收、处理、存储和展示来自各种监测设备的实时数据。该模块必须处理海量、高频、多源的监测数据，同时保证数据的准确性、完整性和实时性 本节将详细介绍监测数据处理与展示模块的设计理念、技术架构、关键算法和实现方案，为构建高效、稳定的数据处理系统提供指导 ## 8.3.1 数据采集与预处理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C71"/>
                </a:solidFill>
                <a:latin typeface="微软雅黑"/>
              </a:rPr>
              <a:t>本节主要内容：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多源数据接入架构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数据质量控制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实时数据处理流水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时序数据库设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数据缓存策略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基础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提高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讨论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8.3  监测数据处理与展示模块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多源数据接入架构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```javascript // 多源数据接入平台核心实现 class DataIngestionPlatform { constructor(config) { this.config = config; this.collectors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8.3  监测数据处理与展示模块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数据质量控制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```python # 数据质量控制器核心实class DataQualityController: def __init__(self, config): self.config = config self.quality_rules =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8.3  监测数据处理与展示模块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实时数据处理流水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```javascript // 实时数据处理流水线核心实class RealTimeProcessingPipeline { constructor(config) { this.config = config; this.stages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8.3  监测数据处理与展示模块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时序数据库设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```python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8.3  监测数据处理与展示模块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数据缓存策略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```javascript // 数据缓存管理器核心实class DataCacheManager { constructor(config) { this.config = config; this.memoryCache = new 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8.3  监测数据处理与展示模块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基础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1. 请简述本节的核心概念，并说明其在智慧水利平台开发中的重要性2. 总结本节介绍的主要技术方法，并分析各方法的适用场景3. 结合智慧水利的实际需求，解释本节内容如何应用于实际项目中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8.3  监测数据处理与展示模块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智慧水利应用案例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案例：将 监测数据处理与展示模块 应用到智慧水利平台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业务场景：水利监测数据采集、三维场景展示或工程安全评估等典型业务环节。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技术落点：本节 监测数据处理与展示模块 的理论与方法如何映射到平台某个模块。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实施步骤：按照 需求 → 设计 → 实现 → 验证 的工程化流程逐步推进。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成效指标：从效率 / 准确率 / 可靠性 三个维度衡量应用效果。</a:t>
            </a:r>
          </a:p>
          <a:p>
            <a:pPr/>
            <a:r>
              <a:rPr sz="1200" b="0">
                <a:solidFill>
                  <a:srgbClr val="595959"/>
                </a:solidFill>
                <a:latin typeface="微软雅黑"/>
              </a:rPr>
              <a:t>（请教师结合具体水利工程实践，补充本节对应的真实案例细节）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8.3  监测数据处理与展示模块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简述 监测数据处理与展示模块 的基本概念。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分析 监测数据处理与展示模块 在智慧水利系统中的作用。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8.3  监测数据处理与展示模块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监测数据处理与展示模块 的核心概念、关键技术与典型应用。学生应深入理解其原理，并能够结合智慧水利场景灵活运用，为后续章节学习与平台开发实践打下坚实基础。</a:t>
            </a:r>
          </a:p>
          <a:p>
            <a:pPr/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/>
            <a:r>
              <a:rPr sz="1400" b="0">
                <a:solidFill>
                  <a:srgbClr val="595959"/>
                </a:solidFill>
                <a:latin typeface="微软雅黑"/>
              </a:rPr>
              <a:t>下一步：完成知识图谱上的任务点学习，并在题库中完成本节配套练习。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