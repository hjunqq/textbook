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五 章   后端开发技术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5.3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依赖注入与控制反转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依赖注入与控制反转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IoC在水利系统中的应用价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传统依赖管理的问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IoC的解决方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依赖注入与控制反转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## 5.3 依赖注入与控制反 ## 学习目标 通过本节学习，学生应能够 1. 理解控制反转（IoC）和依赖注入（DI）的核心概念 2. 掌握Spring IoC容器的工作原理和使用方法 3. 熟练使用不同类型的依赖注入方 4. 能够设计和实现松耦合的水利监测系统架 ## 引言 **依赖注入（Dependency Injection, DI?*?*控制反转（Inversion of Control, IoC?*是现代软件架构设计的核心思想。在传统编程中，对象需要主动创建和管理它的依赖对象；而在IoC模式下，这个控制权被"反转"给了外部容器，对象只需要声明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IoC在水利系统中的应用价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传统依赖管理的问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IoC的解决方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基础层次：理解依赖注入概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进阶层次：构造器注入最佳实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高级层次：复杂依赖关系管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Bean的作用域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Bean生命周期回调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控制反转的设计思想与理论内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IoC容器的架构设计与实现机制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容器初始化的完整生命周期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Bean定义的元数据管理机制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Bean作用域的深层机制与应用策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构造器注入的设计优势与应用模式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Setter注入的灵活性与适用场景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字段注入的便利性与潜在问题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Spring注解体系的设计架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自动装配的工作机制与高级特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组件扫描与过滤机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Bean生命周期的完整阶段分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作用域代理与线程安全管理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资源管理与性能优化策略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水利监测系统的依赖注入实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测试中的依赖注入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核心知识点回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技术选型的综合考量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实践指导与经验总结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常见问题解答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下节预告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依赖注入与控制反转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IoC在水利系统中的应用价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**模块解*：数据采集模块不需要知道数据存储的具体实现，只需要声明依赖接口即可 **便于测试**：可以轻松地在测试时注入Mock对象，实现单元测试 **配置灵活**：不同的部署环境可以注入不同的实现类，如开发环境使用内存存储，生产环境使用数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依赖注入与控制反转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传统依赖管理的问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在传统的对象创建方式中，对象需要主动管理它的依赖，这会导致多种问题 ```java // 传统方式：对象主动创建依 public class WaterLevelService { // 问题1：硬编码依赖，难以切换实 private 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依赖注入与控制反转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IoC的解决方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控制反转通过外部容器管理对象依赖，解决了传统方式的问题： ```java // IoC方式：依赖由外部容器注入 @Service public class WaterLevelService { // 优点1：依赖接口而非具体实现，提高灵活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依赖注入与控制反转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基础层次：理解依赖注入概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让我们从最简单的例子开始理解依赖注入： ```java // 基础示例：最简单的依赖注入 @Component // Spring会自动创建这个类的实 public class SimpleWaterService { private 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依赖注入与控制反转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进阶层次：构造器注入最佳实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当系统变得复杂时，推荐使用构造器注入 ```java // 进阶示例：构造器注入 @Service public class WaterDataService { private final WaterDataRepository repo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依赖注入与控制反转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高级层次：复杂依赖关系管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在企业级应用中，依赖关系可能很复杂： ```java // 高级示例：复杂的依赖注入场景 @Service @Transactional // 事务管理 public class AdvancedWaterMonitorService {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依赖注入与控制反转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依赖注入与控制反转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依赖注入与控制反转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依赖注入与控制反转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依赖注入与控制反转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依赖注入与控制反转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依赖注入与控制反转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依赖注入与控制反转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