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五 章   后端开发技术</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5.6</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Python企业级Web开发框架</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Python语言在企业级开发中的独特优 的核心概念与方法</a:t>
            </a:r>
          </a:p>
          <a:p>
            <a:pPr/>
            <a:r>
              <a:rPr sz="1800" b="0">
                <a:solidFill>
                  <a:srgbClr val="333333"/>
                </a:solidFill>
                <a:latin typeface="微软雅黑"/>
              </a:rPr>
              <a:t>· 掌握 科学计算生态系统的企业应用价 的核心概念与方法</a:t>
            </a:r>
          </a:p>
          <a:p>
            <a:pPr/>
            <a:r>
              <a:rPr sz="1800" b="0">
                <a:solidFill>
                  <a:srgbClr val="333333"/>
                </a:solidFill>
                <a:latin typeface="微软雅黑"/>
              </a:rPr>
              <a:t>· 掌握 Python Web框架的技术生态优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Python Web开发框架在现代企业级应用开发中占据着独特而重要的地位，它们以简洁的语法、强大的生态系统和卓越的数据处理能力，为企业应用开发提供了不同于传统Java/.NET技术栈的解决方案。在水利监测管理系统的开发实践中，Python框架的价值不仅体现在Web应用构建方面，更体现在其与科学计算、数据分析、机器学习等技术领域的天然融合能力上 从技术发展的历程来看，Python Web框架经历了从CGI脚本到现代全栈框架的重要演进*Flask**?*Django**作为Python生态系统中最具代表性的两个Web框架，分别代表了**微框*?*全栈框架**</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Python语言在企业级开发中的独特优</a:t>
            </a:r>
          </a:p>
          <a:p>
            <a:pPr/>
            <a:r>
              <a:rPr sz="1600" b="0">
                <a:solidFill>
                  <a:srgbClr val="333333"/>
                </a:solidFill>
                <a:latin typeface="微软雅黑"/>
              </a:rPr>
              <a:t>· 科学计算生态系统的企业应用价</a:t>
            </a:r>
          </a:p>
          <a:p>
            <a:pPr/>
            <a:r>
              <a:rPr sz="1600" b="0">
                <a:solidFill>
                  <a:srgbClr val="333333"/>
                </a:solidFill>
                <a:latin typeface="微软雅黑"/>
              </a:rPr>
              <a:t>· Python Web框架的技术生态优</a:t>
            </a:r>
          </a:p>
          <a:p>
            <a:pPr/>
            <a:r>
              <a:rPr sz="1600" b="0">
                <a:solidFill>
                  <a:srgbClr val="333333"/>
                </a:solidFill>
                <a:latin typeface="微软雅黑"/>
              </a:rPr>
              <a:t>· 微框架设计哲学的深度解析</a:t>
            </a:r>
          </a:p>
          <a:p>
            <a:pPr/>
            <a:r>
              <a:rPr sz="1600" b="0">
                <a:solidFill>
                  <a:srgbClr val="333333"/>
                </a:solidFill>
                <a:latin typeface="微软雅黑"/>
              </a:rPr>
              <a:t>· Flask核心组件的技术架</a:t>
            </a:r>
          </a:p>
          <a:p>
            <a:pPr/>
            <a:r>
              <a:rPr sz="1600" b="0">
                <a:solidFill>
                  <a:srgbClr val="333333"/>
                </a:solidFill>
                <a:latin typeface="微软雅黑"/>
              </a:rPr>
              <a:t>· Flask扩展生态系统与企业级功能实</a:t>
            </a:r>
          </a:p>
          <a:p>
            <a:pPr/>
            <a:r>
              <a:rPr sz="1600" b="0">
                <a:solidFill>
                  <a:srgbClr val="333333"/>
                </a:solidFill>
                <a:latin typeface="微软雅黑"/>
              </a:rPr>
              <a:t>· Django设计哲学与MTV架构模式</a:t>
            </a:r>
          </a:p>
          <a:p>
            <a:pPr/>
            <a:r>
              <a:rPr sz="1600" b="0">
                <a:solidFill>
                  <a:srgbClr val="333333"/>
                </a:solidFill>
                <a:latin typeface="微软雅黑"/>
              </a:rPr>
              <a:t>· Django ORM系统的企业级数据建模能力</a:t>
            </a:r>
          </a:p>
          <a:p>
            <a:pPr/>
            <a:r>
              <a:rPr sz="1600" b="0">
                <a:solidFill>
                  <a:srgbClr val="333333"/>
                </a:solidFill>
                <a:latin typeface="微软雅黑"/>
              </a:rPr>
              <a:t>· Django认证授权系统的企业级安全机制</a:t>
            </a:r>
          </a:p>
          <a:p>
            <a:pPr/>
            <a:r>
              <a:rPr sz="1600" b="0">
                <a:solidFill>
                  <a:srgbClr val="333333"/>
                </a:solidFill>
                <a:latin typeface="微软雅黑"/>
              </a:rPr>
              <a:t>· Django管理后台的企业级内容管理能力</a:t>
            </a:r>
          </a:p>
          <a:p>
            <a:pPr/>
            <a:r>
              <a:rPr sz="1600" b="0">
                <a:solidFill>
                  <a:srgbClr val="333333"/>
                </a:solidFill>
                <a:latin typeface="微软雅黑"/>
              </a:rPr>
              <a:t>· 技术架构对比与适用场景分析</a:t>
            </a:r>
          </a:p>
          <a:p>
            <a:pPr/>
            <a:r>
              <a:rPr sz="1600" b="0">
                <a:solidFill>
                  <a:srgbClr val="333333"/>
                </a:solidFill>
                <a:latin typeface="微软雅黑"/>
              </a:rPr>
              <a:t>· 性能特性深度对</a:t>
            </a:r>
          </a:p>
          <a:p>
            <a:pPr/>
            <a:r>
              <a:rPr sz="1600" b="0">
                <a:solidFill>
                  <a:srgbClr val="333333"/>
                </a:solidFill>
                <a:latin typeface="微软雅黑"/>
              </a:rPr>
              <a:t>· 企业级特性对比分</a:t>
            </a:r>
          </a:p>
          <a:p>
            <a:pPr/>
            <a:r>
              <a:rPr sz="1600" b="0">
                <a:solidFill>
                  <a:srgbClr val="333333"/>
                </a:solidFill>
                <a:latin typeface="微软雅黑"/>
              </a:rPr>
              <a:t>· Flask企业级应用开发模</a:t>
            </a:r>
          </a:p>
          <a:p>
            <a:pPr/>
            <a:r>
              <a:rPr sz="1600" b="0">
                <a:solidFill>
                  <a:srgbClr val="333333"/>
                </a:solidFill>
                <a:latin typeface="微软雅黑"/>
              </a:rPr>
              <a:t>· Django企业级应用开发模</a:t>
            </a:r>
          </a:p>
          <a:p>
            <a:pPr/>
            <a:r>
              <a:rPr sz="1600" b="0">
                <a:solidFill>
                  <a:srgbClr val="333333"/>
                </a:solidFill>
                <a:latin typeface="微软雅黑"/>
              </a:rPr>
              <a:t>· Python Web框架的DevOps最佳实</a:t>
            </a:r>
          </a:p>
          <a:p>
            <a:pPr/>
            <a:r>
              <a:rPr sz="1600" b="0">
                <a:solidFill>
                  <a:srgbClr val="333333"/>
                </a:solidFill>
                <a:latin typeface="微软雅黑"/>
              </a:rPr>
              <a:t>· 技术选型决策框架</a:t>
            </a:r>
          </a:p>
          <a:p>
            <a:pPr/>
            <a:r>
              <a:rPr sz="1600" b="0">
                <a:solidFill>
                  <a:srgbClr val="333333"/>
                </a:solidFill>
                <a:latin typeface="微软雅黑"/>
              </a:rPr>
              <a:t>· 混合架构策略</a:t>
            </a:r>
          </a:p>
          <a:p>
            <a:pPr/>
            <a:r>
              <a:rPr sz="1600" b="0">
                <a:solidFill>
                  <a:srgbClr val="333333"/>
                </a:solidFill>
                <a:latin typeface="微软雅黑"/>
              </a:rPr>
              <a:t>· Python Web框架发展趋势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Python语言在企业级开发中的独特优</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**Python语言特*为企业级Web开发带来了与其他编程语言截然不同的开发体验*语法简洁*是Python最显著的特征，它采用缩进来表示代码块结构，省略了大量的语法符号，使得代码具有极高的可读性和可维护性</a:t>
            </a:r>
          </a:p>
          <a:p>
            <a:pPr/>
            <a:r>
              <a:rPr sz="1500" b="0">
                <a:solidFill>
                  <a:srgbClr val="333333"/>
                </a:solidFill>
                <a:latin typeface="微软雅黑"/>
              </a:rPr>
              <a:t>· 在水利监测系统的开发中，这种简洁性特别有价值，因为水利业务逻辑往往比较复杂，涉及大量的数学计算和数据处理，清晰的代码结构有助于业务专家和技术人员之间的沟通协作 **动态类型系*为Python带来了极大的开发灵活性，开发者无需在编码时进行繁琐</a:t>
            </a:r>
          </a:p>
          <a:p>
            <a:pPr/>
            <a:r>
              <a:rPr sz="1500" b="0">
                <a:solidFill>
                  <a:srgbClr val="333333"/>
                </a:solidFill>
                <a:latin typeface="微软雅黑"/>
              </a:rPr>
              <a:t>· 这种特性在处理多样化的监测数据时特别有用，因为不同类型的传感器可能产生不同格式和精度的数据，动态类型系统能够优雅地处理这种数据异构性 **交互式开发环*是Python的另一个重要优势，Jupyter Notebook、IPython等工具为</a:t>
            </a:r>
          </a:p>
          <a:p>
            <a:pPr/>
            <a:r>
              <a:rPr sz="1500" b="0">
                <a:solidFill>
                  <a:srgbClr val="333333"/>
                </a:solidFill>
                <a:latin typeface="微软雅黑"/>
              </a:rPr>
              <a:t>· 在水利数据分析场景中，研究人员可以快速验证数据处理算法，测试不同的分析方法，然后将验证过的代码集成到生产系统中 ```python # Python数据处理示例：水位数据分 # 展示Python在数据处理方面的简洁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科学计算生态系统的企业应用价</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**NumPy数值计算库**为Python提供了高效的多维数组操作能力，这是Python在科学计算领域的基石</a:t>
            </a:r>
          </a:p>
          <a:p>
            <a:pPr/>
            <a:r>
              <a:rPr sz="1500" b="0">
                <a:solidFill>
                  <a:srgbClr val="333333"/>
                </a:solidFill>
                <a:latin typeface="微软雅黑"/>
              </a:rPr>
              <a:t>· 在水利工程计算中，NumPy能够高效处理大规模的数值计算任务，如水文模型计算、统计分析等，其性能接近于C/Fortran等编译型语言 **Pandas数据分析*提供了强大的数据结构和数据分析工具，特别适合处理结构化的监测数据</a:t>
            </a:r>
          </a:p>
          <a:p>
            <a:pPr/>
            <a:r>
              <a:rPr sz="1500" b="0">
                <a:solidFill>
                  <a:srgbClr val="333333"/>
                </a:solidFill>
                <a:latin typeface="微软雅黑"/>
              </a:rPr>
              <a:t>· Pandas的DataFrame数据结构能够优雅地处理时间序列数据、缺失值处理、数据透视等常见的数据处理任务，这些都是水利监测数据分析中的核心需求 **SciPy科学计算*在NumPy的基础上提供了更多的科学计算功能，包括统计分析、信号处理</a:t>
            </a:r>
          </a:p>
          <a:p>
            <a:pPr/>
            <a:r>
              <a:rPr sz="1500" b="0">
                <a:solidFill>
                  <a:srgbClr val="333333"/>
                </a:solidFill>
                <a:latin typeface="微软雅黑"/>
              </a:rPr>
              <a:t>· 在水利应用中，SciPy可以用于水文统计分析、频率分析、水质数据的信号处理等专业计算 **机器学习集成能力**是Python在企业应用中的重要价值体现</a:t>
            </a:r>
          </a:p>
          <a:p>
            <a:pPr/>
            <a:r>
              <a:rPr sz="1500" b="0">
                <a:solidFill>
                  <a:srgbClr val="333333"/>
                </a:solidFill>
                <a:latin typeface="微软雅黑"/>
              </a:rPr>
              <a:t>· scikit-learn提供了完整的传统机器学习算法库，TensorFlow和PyTorch则支持深度学习应用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Python Web框架的技术生态优</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**包管理系*PyPI（Python Package Index）是Python生态系统的重要基础设施，提供了超过30万个第三方包，涵盖了从Web开发到科学计算的各个领域</a:t>
            </a:r>
          </a:p>
          <a:p>
            <a:pPr/>
            <a:r>
              <a:rPr sz="1500" b="0">
                <a:solidFill>
                  <a:srgbClr val="333333"/>
                </a:solidFill>
                <a:latin typeface="微软雅黑"/>
              </a:rPr>
              <a:t>· 这种丰富的生态系统为企业应用开发提供了强大的技术支撑，开发者往往能够找到现成的解决方案，避免重复造轮子 **跨平台兼容*使得Python应用能够在Windows、Linux、macOS等不同操作系统上运行，这对于企业级应用的部署和维护具有重</a:t>
            </a:r>
          </a:p>
          <a:p>
            <a:pPr/>
            <a:r>
              <a:rPr sz="1500" b="0">
                <a:solidFill>
                  <a:srgbClr val="333333"/>
                </a:solidFill>
                <a:latin typeface="微软雅黑"/>
              </a:rPr>
              <a:t>· 在水利监测系统中，监测站点往往分布在不同的地理环境中，可能使用不同的操作系统，Python的跨平台特性确保了系统的一致性 **社区活跃*是Python生态系统的另一个重要优势，活跃的开源社区不断贡献新的工具和库，同时提供丰富的学习资源和技术</a:t>
            </a:r>
          </a:p>
          <a:p>
            <a:pPr/>
            <a:r>
              <a:rPr sz="1500" b="0">
                <a:solidFill>
                  <a:srgbClr val="333333"/>
                </a:solidFill>
                <a:latin typeface="微软雅黑"/>
              </a:rPr>
              <a:t>· 这种社区支持对于企业技术团队的能力建设和问题解决具有重要价值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微框架设计哲学的深度解析</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**Flask微框*的设计哲学体现了"简单即的软件设计原则，它的核心理念*最小化核心，最大化扩展*</a:t>
            </a:r>
          </a:p>
          <a:p>
            <a:pPr/>
            <a:r>
              <a:rPr sz="1500" b="0">
                <a:solidFill>
                  <a:srgbClr val="333333"/>
                </a:solidFill>
                <a:latin typeface="微软雅黑"/>
              </a:rPr>
              <a:t>· 这种设计哲学与传统的全功能框架形成鲜明对比，Flask只提供Web开发的基础设施——路由系统、请响应处理、模板引擎等核心功能，而将数据库访问、表单处理、认证授权等功能交给专门的扩展库来实现 **微内核架*是Flask设计的技术基础，Flas</a:t>
            </a:r>
          </a:p>
          <a:p>
            <a:pPr/>
            <a:r>
              <a:rPr sz="1500" b="0">
                <a:solidFill>
                  <a:srgbClr val="333333"/>
                </a:solidFill>
                <a:latin typeface="微软雅黑"/>
              </a:rPr>
              <a:t>· 这种架构设计的**优势**包括*灵活性高**，开发者可以根据项目需求选择合适的组件组合*学习成本*，核心概念简单，易于理解和掌握</a:t>
            </a:r>
          </a:p>
          <a:p>
            <a:pPr/>
            <a:r>
              <a:rPr sz="1500" b="0">
                <a:solidFill>
                  <a:srgbClr val="333333"/>
                </a:solidFill>
                <a:latin typeface="微软雅黑"/>
              </a:rPr>
              <a:t>· **性能优越**，最小化的核心减少了不必要的开销*扩展性强**，丰富的插件生态支持各种功能需求 在水利监测系统的开发中，Flask的微框架特性具有独特价值</a:t>
            </a:r>
          </a:p>
          <a:p>
            <a:pPr/>
            <a:r>
              <a:rPr sz="1500" b="0">
                <a:solidFill>
                  <a:srgbClr val="333333"/>
                </a:solidFill>
                <a:latin typeface="微软雅黑"/>
              </a:rPr>
              <a:t>· 监测系统往往需要处理多种不同类型的数据源，包括实时传感器数据、历史数据库记录、外部气象服务数据等，Flask的灵活性允许开发者为每种数据源选择最适合的处理库和集成方案 ```python # Flask基础应用结构示例 - 展示微框架的简洁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Flask核心组件的技术架</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**Werkzeug WSGI工具*是Flask的技术基础，它提供了WSGI（Web Server Gateway Interface）协议的实现，这是Python Web应用与Web服务器之间的标准接口</a:t>
            </a:r>
          </a:p>
          <a:p>
            <a:pPr/>
            <a:r>
              <a:rPr sz="1500" b="0">
                <a:solidFill>
                  <a:srgbClr val="333333"/>
                </a:solidFill>
                <a:latin typeface="微软雅黑"/>
              </a:rPr>
              <a:t>· Werkzeug不仅实现了WSGI规范，还提供了许多实用的工具函数，如URL路由、请响应对象、调试工具等</a:t>
            </a:r>
          </a:p>
          <a:p>
            <a:pPr/>
            <a:r>
              <a:rPr sz="1500" b="0">
                <a:solidFill>
                  <a:srgbClr val="333333"/>
                </a:solidFill>
                <a:latin typeface="微软雅黑"/>
              </a:rPr>
              <a:t>· 理解Werkzeug的工作原理有助于深入掌握Flask的内部机制 **Jinja2模板引擎**为Flask提供了强大的模板渲染能力，它支持模板继承、宏定义、过滤器等高级特性</a:t>
            </a:r>
          </a:p>
          <a:p>
            <a:pPr/>
            <a:r>
              <a:rPr sz="1500" b="0">
                <a:solidFill>
                  <a:srgbClr val="333333"/>
                </a:solidFill>
                <a:latin typeface="微软雅黑"/>
              </a:rPr>
              <a:t>· 在水利监测系统中，Jinja2可以用于生成动态的数据报告、可视化图表的HTML模板等</a:t>
            </a:r>
          </a:p>
          <a:p>
            <a:pPr/>
            <a:r>
              <a:rPr sz="1500" b="0">
                <a:solidFill>
                  <a:srgbClr val="333333"/>
                </a:solidFill>
                <a:latin typeface="微软雅黑"/>
              </a:rPr>
              <a:t>· 模板引擎的使用不仅提高了开发效率，也保证了输出格式的一致性 **路由系统**是Flask的核心功能之一，它基于装饰器模式实现URL到视图函数的映射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Flask扩展生态系统与企业级功能实</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**Flask扩展机制**通过标准化的扩展接口，使得第三方开发者能够为Flask提供各种功能扩展</a:t>
            </a:r>
          </a:p>
          <a:p>
            <a:pPr/>
            <a:r>
              <a:rPr sz="1500" b="0">
                <a:solidFill>
                  <a:srgbClr val="333333"/>
                </a:solidFill>
                <a:latin typeface="微软雅黑"/>
              </a:rPr>
              <a:t>· 优秀的Flask扩展往往遵循Flask的设计哲学，提供简洁的API和灵活的配置选项 **Flask-SQLAlchemy**是最重要的Flask扩展之一，它为Flask应用提供了强大的ORM（对象关系映射）能力</a:t>
            </a:r>
          </a:p>
          <a:p>
            <a:pPr/>
            <a:r>
              <a:rPr sz="1500" b="0">
                <a:solidFill>
                  <a:srgbClr val="333333"/>
                </a:solidFill>
                <a:latin typeface="微软雅黑"/>
              </a:rPr>
              <a:t>· SQLAlchemy不仅支持多种数据库后端，还提供了连接池管理、查询优化、事务控制等企业级特性</a:t>
            </a:r>
          </a:p>
          <a:p>
            <a:pPr/>
            <a:r>
              <a:rPr sz="1500" b="0">
                <a:solidFill>
                  <a:srgbClr val="333333"/>
                </a:solidFill>
                <a:latin typeface="微软雅黑"/>
              </a:rPr>
              <a:t>· 在水利监测系统中，Flask-SQLAlchemy可以优雅地处理复杂的数据关系，如监测站点与传感器设备的层次关系、监测数据的时序存储等 **Flask-RESTful**扩展为构建RESTful API提供了标准化的工具和约定，它简化了资源</a:t>
            </a:r>
          </a:p>
          <a:p>
            <a:pPr/>
            <a:r>
              <a:rPr sz="1500" b="0">
                <a:solidFill>
                  <a:srgbClr val="333333"/>
                </a:solidFill>
                <a:latin typeface="微软雅黑"/>
              </a:rPr>
              <a:t>· 这个扩展特别适合构建水利数据的API服务，为不同的客户端应用提供统一的数据访问接口 **Flask-Security**扩展提供了完整的用户认证和授权解决方案，包括用户注册、登录、密码重置、角色权限管理等功能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Python企业级Web开发框架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Python企业级Web开发框架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Python企业级Web开发框架 的基本概念。</a:t>
            </a:r>
          </a:p>
          <a:p>
            <a:pPr/>
            <a:r>
              <a:rPr sz="1400" b="0">
                <a:solidFill>
                  <a:srgbClr val="333333"/>
                </a:solidFill>
                <a:latin typeface="微软雅黑"/>
              </a:rPr>
              <a:t>· 分析 Python企业级Web开发框架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5.6  Python企业级Web开发框架</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Python企业级Web开发框架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