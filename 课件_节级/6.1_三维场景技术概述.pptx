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智慧水利三维场景构建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三维场景技术概述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基础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提高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讨论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在信息技术迅速发展的今天，水利工程的管理与决策方式正在经历一场深刻的变革。传统的二维图纸和数据表格，已难以满足日益复杂的水利系统对可视化、综合化和智能化的要求。随着大数据、云计算、人工智能、物联网等新一代信息技术的不断渗透，水利信息化建设正朝着更加智慧化、精细化和高效化的方向迈进。其中，智慧水利三维场景构建作为水利信息化的重要组成部分，正在发挥着日益突出的作用 所谓“智慧水利三维场景”，是指以水利工程、水文过程、流域地理环境等为对象，借助三维可视化技术、仿真技术和空间信息技术，构建一个具有高度真实感和交互性的虚拟场景系统。通过这一系统，水利从业人员可以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分析本节涉及的技术难点，并提出可能的解决方案5. 比较本节介绍的不同方法的优缺点，并给出选择建议6. 设计一个简单的案例，说明如何将本节理论应用于智慧水利系统设计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7. 讨论本节内容与其他相关技术的集成方案，分析可能遇到的挑战8. 展望本节涉及技术的发展趋势，分析其对智慧水利未来发展的影响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三维场景技术概述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三维场景技术概述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三维场景技术概述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三维场景技术概述 在智慧水利系统中的作用。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6.1  三维场景技术概述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三维场景技术概述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